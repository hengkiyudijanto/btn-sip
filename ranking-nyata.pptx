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7048287"/>
  <p:notesSz cx="7048287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04828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0" y="148132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6692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566160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0" y="2852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332841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0" y="33284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566160" y="38039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669280" y="3803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566160" y="42793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04828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KC MAMUJU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798064" y="2011680"/>
            <a:ext cx="13716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IRWAN ALLO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852928" y="2212848"/>
            <a:ext cx="2503444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3,51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254600" y="6115599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254600" y="6115599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3883000" y="6389919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84168" y="6499647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21218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0" name="Text 16"/>
          <p:cNvSpPr/>
          <p:nvPr/>
        </p:nvSpPr>
        <p:spPr>
          <a:xfrm>
            <a:off x="421218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1" name="Shape 17"/>
          <p:cNvSpPr/>
          <p:nvPr/>
        </p:nvSpPr>
        <p:spPr>
          <a:xfrm>
            <a:off x="4952848" y="6499647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08086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23" name="Text 19"/>
          <p:cNvSpPr/>
          <p:nvPr/>
        </p:nvSpPr>
        <p:spPr>
          <a:xfrm>
            <a:off x="508086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5821528" y="6499647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94954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594954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6690208" y="6499647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81822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81822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0" name="Shape 26"/>
          <p:cNvSpPr/>
          <p:nvPr/>
        </p:nvSpPr>
        <p:spPr>
          <a:xfrm>
            <a:off x="7558888" y="6499647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68690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2" name="Text 28"/>
          <p:cNvSpPr/>
          <p:nvPr/>
        </p:nvSpPr>
        <p:spPr>
          <a:xfrm>
            <a:off x="768690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2026-10-01T05:02:06Z</dcterms:created>
  <dcterms:modified xsi:type="dcterms:W3CDTF">2026-10-01T05:02:06Z</dcterms:modified>
</cp:coreProperties>
</file>