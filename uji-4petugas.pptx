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346"/>
            <a:ext cx="12192000" cy="69869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5" y="403250"/>
            <a:ext cx="1624889" cy="4041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234" y="-74066"/>
            <a:ext cx="1369771" cy="135879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69894" y="314554"/>
            <a:ext cx="5692140" cy="769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Drill Ranking</a:t>
            </a:r>
            <a:endParaRPr lang="en-US" sz="4400" dirty="0"/>
          </a:p>
        </p:txBody>
      </p:sp>
      <p:sp>
        <p:nvSpPr>
          <p:cNvPr id="6" name="Shape 1"/>
          <p:cNvSpPr/>
          <p:nvPr/>
        </p:nvSpPr>
        <p:spPr>
          <a:xfrm>
            <a:off x="4607662" y="1151230"/>
            <a:ext cx="2991002" cy="461772"/>
          </a:xfrm>
          <a:prstGeom prst="roundRect">
            <a:avLst>
              <a:gd name="adj" fmla="val 15842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607662" y="1151230"/>
            <a:ext cx="2991002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Semua unit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772254" y="1681582"/>
            <a:ext cx="2648102" cy="36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Teller Service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3269894" y="2176272"/>
            <a:ext cx="56921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Minggu ke-4 September 2026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356616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Jenis kantor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6692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Semua jenis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56616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/ cabang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6692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Semua unit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66160" y="3611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Posisi dinilai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6692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Teller Service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6616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66928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Minggu ke-4 September 2026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6616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Jumlah peserta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66928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2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606040" y="6172200"/>
            <a:ext cx="6273698" cy="658368"/>
          </a:xfrm>
          <a:prstGeom prst="roundRect">
            <a:avLst>
              <a:gd name="adj" fmla="val 240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28489" y="6048756"/>
            <a:ext cx="1828800" cy="246888"/>
          </a:xfrm>
          <a:prstGeom prst="roundRect">
            <a:avLst>
              <a:gd name="adj" fmla="val 22222"/>
            </a:avLst>
          </a:prstGeom>
          <a:solidFill>
            <a:srgbClr val="0F44BE"/>
          </a:solidFill>
          <a:ln w="12700">
            <a:solidFill>
              <a:srgbClr val="0F44B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28489" y="604875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SKALA PENILAIAN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770632" y="6373368"/>
            <a:ext cx="109728" cy="10972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919679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4,80-5,00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92608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Istimewa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078224" y="6373368"/>
            <a:ext cx="109728" cy="10972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227271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4,60-4,79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233672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Baik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437022" y="6373368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586070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4,00-4,59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59247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Baik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765646" y="6373368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914693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3,60-3,99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921094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Cukup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8108899" y="6373368"/>
            <a:ext cx="109728" cy="109728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257946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&lt;3,59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264347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6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346"/>
            <a:ext cx="12192000" cy="69869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5" y="403250"/>
            <a:ext cx="1624889" cy="4041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234" y="-74066"/>
            <a:ext cx="1369771" cy="135879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269894" y="314554"/>
            <a:ext cx="5692140" cy="769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Drill Ranking</a:t>
            </a:r>
            <a:endParaRPr lang="en-US" sz="4400" dirty="0"/>
          </a:p>
        </p:txBody>
      </p:sp>
      <p:sp>
        <p:nvSpPr>
          <p:cNvPr id="6" name="Shape 1"/>
          <p:cNvSpPr/>
          <p:nvPr/>
        </p:nvSpPr>
        <p:spPr>
          <a:xfrm>
            <a:off x="4607662" y="1151230"/>
            <a:ext cx="2991002" cy="461772"/>
          </a:xfrm>
          <a:prstGeom prst="roundRect">
            <a:avLst>
              <a:gd name="adj" fmla="val 15842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607662" y="1151230"/>
            <a:ext cx="2991002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KC Mamuju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772254" y="1681582"/>
            <a:ext cx="2648102" cy="369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Teller Service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4194442" y="2020824"/>
            <a:ext cx="9144" cy="13825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526959" y="1975104"/>
            <a:ext cx="975843" cy="788213"/>
          </a:xfrm>
          <a:prstGeom prst="roundRect">
            <a:avLst>
              <a:gd name="adj" fmla="val 20882"/>
            </a:avLst>
          </a:prstGeom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959" y="1975104"/>
            <a:ext cx="975843" cy="7882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667394" y="1975104"/>
            <a:ext cx="1481328" cy="7882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HUSNIA P.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4317980" y="2186330"/>
            <a:ext cx="3174157" cy="12070"/>
          </a:xfrm>
          <a:prstGeom prst="rect">
            <a:avLst/>
          </a:prstGeom>
          <a:solidFill>
            <a:srgbClr val="7FA0F3"/>
          </a:solidFill>
          <a:ln w="12700">
            <a:solidFill>
              <a:srgbClr val="7FA0F3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317980" y="2198400"/>
            <a:ext cx="3174157" cy="12070"/>
          </a:xfrm>
          <a:prstGeom prst="rect">
            <a:avLst/>
          </a:prstGeom>
          <a:solidFill>
            <a:srgbClr val="6687E7"/>
          </a:solidFill>
          <a:ln w="12700">
            <a:solidFill>
              <a:srgbClr val="6687E7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317980" y="2210471"/>
            <a:ext cx="3174157" cy="12070"/>
          </a:xfrm>
          <a:prstGeom prst="rect">
            <a:avLst/>
          </a:prstGeom>
          <a:solidFill>
            <a:srgbClr val="4D6EDB"/>
          </a:solidFill>
          <a:ln w="12700">
            <a:solidFill>
              <a:srgbClr val="4D6EDB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317980" y="2222541"/>
            <a:ext cx="3174157" cy="12070"/>
          </a:xfrm>
          <a:prstGeom prst="rect">
            <a:avLst/>
          </a:prstGeom>
          <a:solidFill>
            <a:srgbClr val="3554D0"/>
          </a:solidFill>
          <a:ln w="12700">
            <a:solidFill>
              <a:srgbClr val="3554D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317980" y="2234611"/>
            <a:ext cx="3174157" cy="12070"/>
          </a:xfrm>
          <a:prstGeom prst="rect">
            <a:avLst/>
          </a:prstGeom>
          <a:solidFill>
            <a:srgbClr val="1C3BC4"/>
          </a:solidFill>
          <a:ln w="12700">
            <a:solidFill>
              <a:srgbClr val="1C3BC4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317980" y="2246681"/>
            <a:ext cx="3174157" cy="245059"/>
          </a:xfrm>
          <a:prstGeom prst="rect">
            <a:avLst/>
          </a:prstGeom>
          <a:solidFill>
            <a:srgbClr val="0322B8"/>
          </a:solidFill>
          <a:ln w="12700">
            <a:solidFill>
              <a:srgbClr val="0322B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317980" y="2491740"/>
            <a:ext cx="3174157" cy="12070"/>
          </a:xfrm>
          <a:prstGeom prst="rect">
            <a:avLst/>
          </a:prstGeom>
          <a:solidFill>
            <a:srgbClr val="1C3BC4"/>
          </a:solidFill>
          <a:ln w="12700">
            <a:solidFill>
              <a:srgbClr val="1C3BC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317980" y="2503810"/>
            <a:ext cx="3174157" cy="12070"/>
          </a:xfrm>
          <a:prstGeom prst="rect">
            <a:avLst/>
          </a:prstGeom>
          <a:solidFill>
            <a:srgbClr val="3554D0"/>
          </a:solidFill>
          <a:ln w="12700">
            <a:solidFill>
              <a:srgbClr val="3554D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317980" y="2515880"/>
            <a:ext cx="3174157" cy="12070"/>
          </a:xfrm>
          <a:prstGeom prst="rect">
            <a:avLst/>
          </a:prstGeom>
          <a:solidFill>
            <a:srgbClr val="4D6EDB"/>
          </a:solidFill>
          <a:ln w="12700">
            <a:solidFill>
              <a:srgbClr val="4D6ED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317980" y="2527950"/>
            <a:ext cx="3174157" cy="12070"/>
          </a:xfrm>
          <a:prstGeom prst="rect">
            <a:avLst/>
          </a:prstGeom>
          <a:solidFill>
            <a:srgbClr val="6687E7"/>
          </a:solidFill>
          <a:ln w="12700">
            <a:solidFill>
              <a:srgbClr val="6687E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317980" y="2540020"/>
            <a:ext cx="3174157" cy="12070"/>
          </a:xfrm>
          <a:prstGeom prst="rect">
            <a:avLst/>
          </a:prstGeom>
          <a:solidFill>
            <a:srgbClr val="7FA0F3"/>
          </a:solidFill>
          <a:ln w="12700">
            <a:solidFill>
              <a:srgbClr val="7FA0F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317980" y="2186330"/>
            <a:ext cx="3174157" cy="365760"/>
          </a:xfrm>
          <a:prstGeom prst="rect">
            <a:avLst/>
          </a:prstGeom>
          <a:ln w="6350">
            <a:solidFill>
              <a:srgbClr val="D1D1D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17980" y="2186330"/>
            <a:ext cx="31010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3,99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7620152" y="218633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967740000" dist="322580000" dir="324000000000">
              <a:srgbClr val="000000">
                <a:alpha val="4500000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620152" y="218633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Cukup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1526959" y="2854757"/>
            <a:ext cx="975843" cy="788213"/>
          </a:xfrm>
          <a:prstGeom prst="roundRect">
            <a:avLst>
              <a:gd name="adj" fmla="val 20882"/>
            </a:avLst>
          </a:prstGeom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12290298000000" dist="4096766000000" dir="19440000000000000">
              <a:srgbClr val="000000">
                <a:alpha val="450000000000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959" y="2854757"/>
            <a:ext cx="975843" cy="78821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667394" y="2854757"/>
            <a:ext cx="1481328" cy="7882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Irwan A.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4317980" y="3065983"/>
            <a:ext cx="2792303" cy="12070"/>
          </a:xfrm>
          <a:prstGeom prst="rect">
            <a:avLst/>
          </a:prstGeom>
          <a:solidFill>
            <a:srgbClr val="7FA0F3"/>
          </a:solidFill>
          <a:ln w="12700">
            <a:solidFill>
              <a:srgbClr val="7FA0F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317980" y="3078053"/>
            <a:ext cx="2792303" cy="12070"/>
          </a:xfrm>
          <a:prstGeom prst="rect">
            <a:avLst/>
          </a:prstGeom>
          <a:solidFill>
            <a:srgbClr val="6687E7"/>
          </a:solidFill>
          <a:ln w="12700">
            <a:solidFill>
              <a:srgbClr val="6687E7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317980" y="3090123"/>
            <a:ext cx="2792303" cy="12070"/>
          </a:xfrm>
          <a:prstGeom prst="rect">
            <a:avLst/>
          </a:prstGeom>
          <a:solidFill>
            <a:srgbClr val="4D6EDB"/>
          </a:solidFill>
          <a:ln w="12700">
            <a:solidFill>
              <a:srgbClr val="4D6ED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317980" y="3102193"/>
            <a:ext cx="2792303" cy="12070"/>
          </a:xfrm>
          <a:prstGeom prst="rect">
            <a:avLst/>
          </a:prstGeom>
          <a:solidFill>
            <a:srgbClr val="3554D0"/>
          </a:solidFill>
          <a:ln w="12700">
            <a:solidFill>
              <a:srgbClr val="3554D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317980" y="3114264"/>
            <a:ext cx="2792303" cy="12070"/>
          </a:xfrm>
          <a:prstGeom prst="rect">
            <a:avLst/>
          </a:prstGeom>
          <a:solidFill>
            <a:srgbClr val="1C3BC4"/>
          </a:solidFill>
          <a:ln w="12700">
            <a:solidFill>
              <a:srgbClr val="1C3BC4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317980" y="3126334"/>
            <a:ext cx="2792303" cy="245059"/>
          </a:xfrm>
          <a:prstGeom prst="rect">
            <a:avLst/>
          </a:prstGeom>
          <a:solidFill>
            <a:srgbClr val="0322B8"/>
          </a:solidFill>
          <a:ln w="12700">
            <a:solidFill>
              <a:srgbClr val="0322B8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317980" y="3371393"/>
            <a:ext cx="2792303" cy="12070"/>
          </a:xfrm>
          <a:prstGeom prst="rect">
            <a:avLst/>
          </a:prstGeom>
          <a:solidFill>
            <a:srgbClr val="1C3BC4"/>
          </a:solidFill>
          <a:ln w="12700">
            <a:solidFill>
              <a:srgbClr val="1C3BC4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317980" y="3383463"/>
            <a:ext cx="2792303" cy="12070"/>
          </a:xfrm>
          <a:prstGeom prst="rect">
            <a:avLst/>
          </a:prstGeom>
          <a:solidFill>
            <a:srgbClr val="3554D0"/>
          </a:solidFill>
          <a:ln w="12700">
            <a:solidFill>
              <a:srgbClr val="3554D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317980" y="3395533"/>
            <a:ext cx="2792303" cy="12070"/>
          </a:xfrm>
          <a:prstGeom prst="rect">
            <a:avLst/>
          </a:prstGeom>
          <a:solidFill>
            <a:srgbClr val="4D6EDB"/>
          </a:solidFill>
          <a:ln w="12700">
            <a:solidFill>
              <a:srgbClr val="4D6EDB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4317980" y="3407603"/>
            <a:ext cx="2792303" cy="12070"/>
          </a:xfrm>
          <a:prstGeom prst="rect">
            <a:avLst/>
          </a:prstGeom>
          <a:solidFill>
            <a:srgbClr val="6687E7"/>
          </a:solidFill>
          <a:ln w="12700">
            <a:solidFill>
              <a:srgbClr val="6687E7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317980" y="3419673"/>
            <a:ext cx="2792303" cy="12070"/>
          </a:xfrm>
          <a:prstGeom prst="rect">
            <a:avLst/>
          </a:prstGeom>
          <a:solidFill>
            <a:srgbClr val="7FA0F3"/>
          </a:solidFill>
          <a:ln w="12700">
            <a:solidFill>
              <a:srgbClr val="7FA0F3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4317980" y="3065983"/>
            <a:ext cx="2792303" cy="365760"/>
          </a:xfrm>
          <a:prstGeom prst="rect">
            <a:avLst/>
          </a:prstGeom>
          <a:ln w="6350">
            <a:solidFill>
              <a:srgbClr val="D1D1D1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317980" y="3065983"/>
            <a:ext cx="271915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3,51</a:t>
            </a:r>
            <a:endParaRPr lang="en-US" sz="1800" dirty="0"/>
          </a:p>
        </p:txBody>
      </p:sp>
      <p:sp>
        <p:nvSpPr>
          <p:cNvPr id="44" name="Shape 37"/>
          <p:cNvSpPr/>
          <p:nvPr/>
        </p:nvSpPr>
        <p:spPr>
          <a:xfrm>
            <a:off x="7238299" y="3065983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51B2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6086784600000000" dist="52028928200000000" dir="1.1664e+21">
              <a:srgbClr val="000000">
                <a:alpha val="45000000000000000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7238299" y="3065983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2606040" y="6172200"/>
            <a:ext cx="6273698" cy="658368"/>
          </a:xfrm>
          <a:prstGeom prst="roundRect">
            <a:avLst>
              <a:gd name="adj" fmla="val 240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4828489" y="6048756"/>
            <a:ext cx="1828800" cy="246888"/>
          </a:xfrm>
          <a:prstGeom prst="roundRect">
            <a:avLst>
              <a:gd name="adj" fmla="val 22222"/>
            </a:avLst>
          </a:prstGeom>
          <a:solidFill>
            <a:srgbClr val="0F44BE"/>
          </a:solidFill>
          <a:ln w="12700">
            <a:solidFill>
              <a:srgbClr val="0F44BE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828489" y="604875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SKALA PENILAIAN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2770632" y="6373368"/>
            <a:ext cx="109728" cy="10972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2919679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4,80-5,00</a:t>
            </a:r>
            <a:endParaRPr lang="en-US" sz="1000" dirty="0"/>
          </a:p>
        </p:txBody>
      </p:sp>
      <p:sp>
        <p:nvSpPr>
          <p:cNvPr id="51" name="Text 44"/>
          <p:cNvSpPr/>
          <p:nvPr/>
        </p:nvSpPr>
        <p:spPr>
          <a:xfrm>
            <a:off x="292608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Istimewa</a:t>
            </a:r>
            <a:endParaRPr lang="en-US" sz="850" dirty="0"/>
          </a:p>
        </p:txBody>
      </p:sp>
      <p:sp>
        <p:nvSpPr>
          <p:cNvPr id="52" name="Shape 45"/>
          <p:cNvSpPr/>
          <p:nvPr/>
        </p:nvSpPr>
        <p:spPr>
          <a:xfrm>
            <a:off x="4078224" y="6373368"/>
            <a:ext cx="109728" cy="109728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4227271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4,60-4,79</a:t>
            </a:r>
            <a:endParaRPr lang="en-US" sz="1000" dirty="0"/>
          </a:p>
        </p:txBody>
      </p:sp>
      <p:sp>
        <p:nvSpPr>
          <p:cNvPr id="54" name="Text 47"/>
          <p:cNvSpPr/>
          <p:nvPr/>
        </p:nvSpPr>
        <p:spPr>
          <a:xfrm>
            <a:off x="4233672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Baik</a:t>
            </a:r>
            <a:endParaRPr lang="en-US" sz="850" dirty="0"/>
          </a:p>
        </p:txBody>
      </p:sp>
      <p:sp>
        <p:nvSpPr>
          <p:cNvPr id="55" name="Shape 48"/>
          <p:cNvSpPr/>
          <p:nvPr/>
        </p:nvSpPr>
        <p:spPr>
          <a:xfrm>
            <a:off x="5437022" y="6373368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5586070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4,00-4,59</a:t>
            </a:r>
            <a:endParaRPr lang="en-US" sz="1000" dirty="0"/>
          </a:p>
        </p:txBody>
      </p:sp>
      <p:sp>
        <p:nvSpPr>
          <p:cNvPr id="57" name="Text 50"/>
          <p:cNvSpPr/>
          <p:nvPr/>
        </p:nvSpPr>
        <p:spPr>
          <a:xfrm>
            <a:off x="5592470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Baik</a:t>
            </a:r>
            <a:endParaRPr lang="en-US" sz="850" dirty="0"/>
          </a:p>
        </p:txBody>
      </p:sp>
      <p:sp>
        <p:nvSpPr>
          <p:cNvPr id="58" name="Shape 51"/>
          <p:cNvSpPr/>
          <p:nvPr/>
        </p:nvSpPr>
        <p:spPr>
          <a:xfrm>
            <a:off x="6765646" y="6373368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6914693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3,60-3,99</a:t>
            </a:r>
            <a:endParaRPr lang="en-US" sz="1000" dirty="0"/>
          </a:p>
        </p:txBody>
      </p:sp>
      <p:sp>
        <p:nvSpPr>
          <p:cNvPr id="60" name="Text 53"/>
          <p:cNvSpPr/>
          <p:nvPr/>
        </p:nvSpPr>
        <p:spPr>
          <a:xfrm>
            <a:off x="6921094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Cukup</a:t>
            </a:r>
            <a:endParaRPr lang="en-US" sz="850" dirty="0"/>
          </a:p>
        </p:txBody>
      </p:sp>
      <p:sp>
        <p:nvSpPr>
          <p:cNvPr id="61" name="Shape 54"/>
          <p:cNvSpPr/>
          <p:nvPr/>
        </p:nvSpPr>
        <p:spPr>
          <a:xfrm>
            <a:off x="8108899" y="6373368"/>
            <a:ext cx="109728" cy="109728"/>
          </a:xfrm>
          <a:prstGeom prst="ellipse">
            <a:avLst/>
          </a:prstGeom>
          <a:solidFill>
            <a:srgbClr val="E51B2B"/>
          </a:solidFill>
          <a:ln w="12700">
            <a:solidFill>
              <a:srgbClr val="E51B2B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8257946" y="6316675"/>
            <a:ext cx="777240" cy="245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&lt;3,59</a:t>
            </a:r>
            <a:endParaRPr lang="en-US" sz="1000" dirty="0"/>
          </a:p>
        </p:txBody>
      </p:sp>
      <p:sp>
        <p:nvSpPr>
          <p:cNvPr id="63" name="Text 56"/>
          <p:cNvSpPr/>
          <p:nvPr/>
        </p:nvSpPr>
        <p:spPr>
          <a:xfrm>
            <a:off x="8264347" y="6501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2D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Kurang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2026-10-01T12:33:20Z</dcterms:created>
  <dcterms:modified xsi:type="dcterms:W3CDTF">2026-10-01T12:33:20Z</dcterms:modified>
</cp:coreProperties>
</file>