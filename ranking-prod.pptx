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197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Drill Ranking</a:t>
            </a:r>
            <a:endParaRPr lang="en-US" sz="44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980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Semua unit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Semua posisi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3269894" y="2176272"/>
            <a:ext cx="5692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Minggu ke-4 September 2026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356616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Jenis kantor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6692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jenis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5661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/ cabang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6692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unit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6616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Posisi dinilai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692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posisi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6616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66928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Minggu ke-4 September 2026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6616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Jumlah peserta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66928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1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606040" y="6172200"/>
            <a:ext cx="627369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5925312"/>
            <a:ext cx="1828800" cy="310896"/>
          </a:xfrm>
          <a:prstGeom prst="roundRect">
            <a:avLst>
              <a:gd name="adj" fmla="val 52941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5952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70632" y="6373368"/>
            <a:ext cx="109728" cy="10972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919679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4,80-5,00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92608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Istimewa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078224" y="6373368"/>
            <a:ext cx="109728" cy="10972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227271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4,60-4,79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233672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437022" y="6373368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586070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4,00-4,59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59247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765646" y="6373368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14693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3,60-3,99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921094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8108899" y="6373368"/>
            <a:ext cx="109728" cy="109728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257946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&lt;3,59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264347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197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Drill Ranking</a:t>
            </a:r>
            <a:endParaRPr lang="en-US" sz="44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980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244 KC MAMUJU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Teller Service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4644238" y="2020824"/>
            <a:ext cx="914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ln w="15875">
            <a:solidFill>
              <a:srgbClr val="FFFF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23998" y="1929384"/>
            <a:ext cx="1874520" cy="879653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IRWAN ALLO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4708246" y="2186330"/>
            <a:ext cx="3977640" cy="100584"/>
          </a:xfrm>
          <a:prstGeom prst="rect">
            <a:avLst/>
          </a:prstGeom>
          <a:solidFill>
            <a:srgbClr val="2C4CCC"/>
          </a:solidFill>
          <a:ln w="12700">
            <a:solidFill>
              <a:srgbClr val="2C4CCC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708246" y="2277770"/>
            <a:ext cx="3977640" cy="192024"/>
          </a:xfrm>
          <a:prstGeom prst="rect">
            <a:avLst/>
          </a:prstGeom>
          <a:solidFill>
            <a:srgbClr val="0322B8"/>
          </a:solidFill>
          <a:ln w="12700">
            <a:solidFill>
              <a:srgbClr val="0322B8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708246" y="2460650"/>
            <a:ext cx="3977640" cy="100584"/>
          </a:xfrm>
          <a:prstGeom prst="rect">
            <a:avLst/>
          </a:prstGeom>
          <a:solidFill>
            <a:srgbClr val="2C4CCC"/>
          </a:solidFill>
          <a:ln w="12700">
            <a:solidFill>
              <a:srgbClr val="2C4CCC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708246" y="2186330"/>
            <a:ext cx="3977640" cy="365760"/>
          </a:xfrm>
          <a:prstGeom prst="rect">
            <a:avLst/>
          </a:prstGeom>
          <a:ln w="6350">
            <a:solidFill>
              <a:srgbClr val="D1D1D1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708246" y="218633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3,51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8813902" y="2131466"/>
            <a:ext cx="1188720" cy="475488"/>
          </a:xfrm>
          <a:prstGeom prst="roundRect">
            <a:avLst>
              <a:gd name="adj" fmla="val 53846"/>
            </a:avLst>
          </a:prstGeom>
          <a:solidFill>
            <a:srgbClr val="E51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813902" y="213146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606040" y="6172200"/>
            <a:ext cx="627369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754880" y="5925312"/>
            <a:ext cx="1828800" cy="310896"/>
          </a:xfrm>
          <a:prstGeom prst="roundRect">
            <a:avLst>
              <a:gd name="adj" fmla="val 52941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754880" y="5952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770632" y="6373368"/>
            <a:ext cx="109728" cy="10972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919679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4,80-5,00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292608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Istimewa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078224" y="6373368"/>
            <a:ext cx="109728" cy="10972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227271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4,60-4,79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233672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5437022" y="6373368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86070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4,00-4,59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59247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6765646" y="6373368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914693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3,60-3,99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921094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8108899" y="6373368"/>
            <a:ext cx="109728" cy="109728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257946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&lt;3,59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8264347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2026-10-01T07:46:54Z</dcterms:created>
  <dcterms:modified xsi:type="dcterms:W3CDTF">2026-10-01T07:46:54Z</dcterms:modified>
</cp:coreProperties>
</file>