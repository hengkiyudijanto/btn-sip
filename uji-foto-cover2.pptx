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997" cy="6858000"/>
  <p:notesSz cx="6858000" cy="12191997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solidFill>
            <a:srgbClr val="0B2A8C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0247" b="30247"/>
          <a:stretch>
            <a:fillRect/>
          </a:stretch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089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potret-sempit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solidFill>
            <a:srgbClr val="0B2A8C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0371" b="20371"/>
          <a:stretch>
            <a:fillRect/>
          </a:stretch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089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potret-3-4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solidFill>
            <a:srgbClr val="0B2A8C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0495" b="10495"/>
          <a:stretch>
            <a:fillRect/>
          </a:stretch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089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persegi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solidFill>
            <a:srgbClr val="0B2A8C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619" b="619"/>
          <a:stretch>
            <a:fillRect/>
          </a:stretch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089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sedikit-lebar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solidFill>
            <a:srgbClr val="0B2A8C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18358" r="18358" t="0" b="0"/>
          <a:stretch>
            <a:fillRect/>
          </a:stretch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089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lebar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0355" y="1929384"/>
            <a:ext cx="1089050" cy="879653"/>
          </a:xfrm>
          <a:prstGeom prst="roundRect">
            <a:avLst>
              <a:gd name="adj" fmla="val 18711"/>
            </a:avLst>
          </a:prstGeom>
          <a:solidFill>
            <a:srgbClr val="0B2A8C"/>
          </a:solidFill>
          <a:ln w="15875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34179" r="34179" t="0" b="0"/>
          <a:stretch>
            <a:fillRect/>
          </a:stretch>
        </p:blipFill>
        <p:spPr>
          <a:xfrm>
            <a:off x="1516075" y="1975104"/>
            <a:ext cx="997610" cy="788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089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sangat-lebar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2026-10-01T11:20:28Z</dcterms:created>
  <dcterms:modified xsi:type="dcterms:W3CDTF">2026-10-01T11:20:28Z</dcterms:modified>
</cp:coreProperties>
</file>