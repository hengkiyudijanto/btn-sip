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0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solidFill>
            <a:srgbClr val="2E4F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100" dirty="0"/>
          </a:p>
        </p:txBody>
      </p:sp>
      <p:sp>
        <p:nvSpPr>
          <p:cNvPr id="34" name="Text 29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100" dirty="0"/>
          </a:p>
        </p:txBody>
      </p:sp>
      <p:sp>
        <p:nvSpPr>
          <p:cNvPr id="37" name="Text 32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0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solidFill>
            <a:srgbClr val="2E4F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373989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solidFill>
            <a:srgbClr val="2E4FD6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3749040" y="1929384"/>
            <a:ext cx="21031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2000" dirty="0"/>
          </a:p>
        </p:txBody>
      </p:sp>
      <p:sp>
        <p:nvSpPr>
          <p:cNvPr id="13" name="Shape 7"/>
          <p:cNvSpPr/>
          <p:nvPr/>
        </p:nvSpPr>
        <p:spPr>
          <a:xfrm>
            <a:off x="3739896" y="2186330"/>
            <a:ext cx="4626864" cy="365760"/>
          </a:xfrm>
          <a:prstGeom prst="rect">
            <a:avLst/>
          </a:prstGeom>
          <a:solidFill>
            <a:srgbClr val="1226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3739896" y="2186330"/>
            <a:ext cx="45354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8942832" y="2131466"/>
            <a:ext cx="1207008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942832" y="2131466"/>
            <a:ext cx="120700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2832811" y="5922569"/>
            <a:ext cx="6273698" cy="905256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5100980" y="5748833"/>
            <a:ext cx="1737360" cy="274320"/>
          </a:xfrm>
          <a:prstGeom prst="roundRect">
            <a:avLst>
              <a:gd name="adj" fmla="val 33333"/>
            </a:avLst>
          </a:prstGeom>
          <a:solidFill>
            <a:srgbClr val="2E4FD6"/>
          </a:solidFill>
          <a:ln w="12700">
            <a:solidFill>
              <a:srgbClr val="2E4FD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5100980" y="5748833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924251" y="6196889"/>
            <a:ext cx="118872" cy="118872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07055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307055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178991" y="6196889"/>
            <a:ext cx="118872" cy="118872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32529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432529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33731" y="6196889"/>
            <a:ext cx="118872" cy="118872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580035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580035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688470" y="6196889"/>
            <a:ext cx="118872" cy="118872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683477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683477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7943210" y="6196889"/>
            <a:ext cx="118872" cy="118872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8089514" y="6105449"/>
            <a:ext cx="1053572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8089514" y="6324905"/>
            <a:ext cx="10535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2026-10-01T05:57:52Z</dcterms:created>
  <dcterms:modified xsi:type="dcterms:W3CDTF">2026-10-01T05:57:52Z</dcterms:modified>
</cp:coreProperties>
</file>