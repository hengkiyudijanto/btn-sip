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457200" y="5806440"/>
            <a:ext cx="13106095" cy="1234440"/>
          </a:xfrm>
          <a:prstGeom prst="wave">
            <a:avLst/>
          </a:prstGeom>
          <a:solidFill>
            <a:srgbClr val="D41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Danantara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28600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rial"/>
              </a:rPr>
              <a:t>btn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Service Drill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508760"/>
            <a:ext cx="1219169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Minggu ke-4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Jenis kantor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7744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Semua jenis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5292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Unit / cabang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52928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Semua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28416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Posisi dinilai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28416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Semua posisi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03904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Periode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03904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Minggu ke-4 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7939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Jumlah peserta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7939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457200" y="5806440"/>
            <a:ext cx="13106095" cy="1234440"/>
          </a:xfrm>
          <a:prstGeom prst="wave">
            <a:avLst/>
          </a:prstGeom>
          <a:solidFill>
            <a:srgbClr val="D41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Danantara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28600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rial"/>
              </a:rPr>
              <a:t>btn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6032"/>
            <a:ext cx="121916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Service Drill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487" y="1051560"/>
            <a:ext cx="3474720" cy="457200"/>
          </a:xfrm>
          <a:prstGeom prst="roundRect">
            <a:avLst>
              <a:gd name="adj" fmla="val 35000"/>
            </a:avLst>
          </a:prstGeom>
          <a:solidFill>
            <a:srgbClr val="2E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244 KC MAMUJU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536192"/>
            <a:ext cx="121916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Teller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2011680"/>
            <a:ext cx="13716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02996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75688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6192" y="2029968"/>
            <a:ext cx="12344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IRWAN ALLO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212848"/>
            <a:ext cx="2503444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029968"/>
            <a:ext cx="6583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3,51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5744" y="219456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Kurang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1287" y="5925312"/>
            <a:ext cx="1691640" cy="256032"/>
          </a:xfrm>
          <a:prstGeom prst="roundRect">
            <a:avLst>
              <a:gd name="adj" fmla="val 30000"/>
            </a:avLst>
          </a:prstGeom>
          <a:solidFill>
            <a:srgbClr val="2E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SKALA PENILAIAN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1287" y="6199632"/>
            <a:ext cx="4434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2455" y="6309360"/>
            <a:ext cx="91440" cy="9144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961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4,80-5,00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961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Istimewa</a:t>
            </a:r>
          </a:p>
        </p:txBody>
      </p:sp>
      <p:sp>
        <p:nvSpPr>
          <p:cNvPr id="22" name="Oval 21"/>
          <p:cNvSpPr/>
          <p:nvPr/>
        </p:nvSpPr>
        <p:spPr>
          <a:xfrm>
            <a:off x="4971135" y="6309360"/>
            <a:ext cx="91440" cy="91440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829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4,60-4,79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829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Sangat Baik</a:t>
            </a:r>
          </a:p>
        </p:txBody>
      </p:sp>
      <p:sp>
        <p:nvSpPr>
          <p:cNvPr id="25" name="Oval 24"/>
          <p:cNvSpPr/>
          <p:nvPr/>
        </p:nvSpPr>
        <p:spPr>
          <a:xfrm>
            <a:off x="5839815" y="6309360"/>
            <a:ext cx="91440" cy="914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697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4,00-4,59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697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Baik</a:t>
            </a:r>
          </a:p>
        </p:txBody>
      </p:sp>
      <p:sp>
        <p:nvSpPr>
          <p:cNvPr id="28" name="Oval 27"/>
          <p:cNvSpPr/>
          <p:nvPr/>
        </p:nvSpPr>
        <p:spPr>
          <a:xfrm>
            <a:off x="6708495" y="6309360"/>
            <a:ext cx="91440" cy="9144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565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3,60-3,99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565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Cukup</a:t>
            </a:r>
          </a:p>
        </p:txBody>
      </p:sp>
      <p:sp>
        <p:nvSpPr>
          <p:cNvPr id="31" name="Oval 30"/>
          <p:cNvSpPr/>
          <p:nvPr/>
        </p:nvSpPr>
        <p:spPr>
          <a:xfrm>
            <a:off x="7577175" y="6309360"/>
            <a:ext cx="91440" cy="91440"/>
          </a:xfrm>
          <a:prstGeom prst="ellipse">
            <a:avLst/>
          </a:prstGeom>
          <a:solidFill>
            <a:srgbClr val="E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433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&lt;3,59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433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Kurang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