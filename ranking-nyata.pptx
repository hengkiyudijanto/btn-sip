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8346"/>
            <a:ext cx="12192000" cy="69869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5" y="403250"/>
            <a:ext cx="1624889" cy="40416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234" y="-74066"/>
            <a:ext cx="1369771" cy="135879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269894" y="314554"/>
            <a:ext cx="5692140" cy="7690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Drill Ranking</a:t>
            </a:r>
            <a:endParaRPr lang="en-US" sz="4400" dirty="0"/>
          </a:p>
        </p:txBody>
      </p:sp>
      <p:sp>
        <p:nvSpPr>
          <p:cNvPr id="6" name="Shape 1"/>
          <p:cNvSpPr/>
          <p:nvPr/>
        </p:nvSpPr>
        <p:spPr>
          <a:xfrm>
            <a:off x="4607662" y="1151230"/>
            <a:ext cx="2991002" cy="461772"/>
          </a:xfrm>
          <a:prstGeom prst="roundRect">
            <a:avLst>
              <a:gd name="adj" fmla="val 19802"/>
            </a:avLst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4607662" y="1151230"/>
            <a:ext cx="2991002" cy="4617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Semua unit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772254" y="1681582"/>
            <a:ext cx="2648102" cy="36941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Semua posisi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3269894" y="2176272"/>
            <a:ext cx="56921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Minggu ke-4 September 2026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356616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Jenis kantor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66928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Semua jenis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356616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/ cabang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566928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Semua unit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56616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Posisi dinilai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66928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Semua posisi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566160" y="4069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66928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Minggu ke-4 September 2026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566160" y="4526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Jumlah peserta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66928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1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2606040" y="6172200"/>
            <a:ext cx="6273698" cy="658368"/>
          </a:xfrm>
          <a:prstGeom prst="roundRect">
            <a:avLst>
              <a:gd name="adj" fmla="val 240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28489" y="6048756"/>
            <a:ext cx="1828800" cy="246888"/>
          </a:xfrm>
          <a:prstGeom prst="roundRect">
            <a:avLst>
              <a:gd name="adj" fmla="val 22222"/>
            </a:avLst>
          </a:prstGeom>
          <a:solidFill>
            <a:srgbClr val="0F44BE"/>
          </a:solidFill>
          <a:ln w="12700">
            <a:solidFill>
              <a:srgbClr val="0F44B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828489" y="6048756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SKALA PENILAIAN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770632" y="6373368"/>
            <a:ext cx="109728" cy="109728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919679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4,80-5,00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2926080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Istimewa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078224" y="6373368"/>
            <a:ext cx="109728" cy="10972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227271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4,60-4,79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233672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Sangat Baik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5437022" y="6373368"/>
            <a:ext cx="109728" cy="10972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586070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4,00-4,59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592470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Baik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6765646" y="6373368"/>
            <a:ext cx="109728" cy="109728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914693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3,60-3,99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6921094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Cukup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8108899" y="6373368"/>
            <a:ext cx="109728" cy="109728"/>
          </a:xfrm>
          <a:prstGeom prst="ellipse">
            <a:avLst/>
          </a:prstGeom>
          <a:solidFill>
            <a:srgbClr val="E51B2B"/>
          </a:solidFill>
          <a:ln w="12700">
            <a:solidFill>
              <a:srgbClr val="E51B2B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257946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&lt;3,59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8264347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6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8346"/>
            <a:ext cx="12192000" cy="69869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5" y="403250"/>
            <a:ext cx="1624889" cy="40416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234" y="-74066"/>
            <a:ext cx="1369771" cy="135879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269894" y="314554"/>
            <a:ext cx="5692140" cy="7690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Drill Ranking</a:t>
            </a:r>
            <a:endParaRPr lang="en-US" sz="4400" dirty="0"/>
          </a:p>
        </p:txBody>
      </p:sp>
      <p:sp>
        <p:nvSpPr>
          <p:cNvPr id="6" name="Shape 1"/>
          <p:cNvSpPr/>
          <p:nvPr/>
        </p:nvSpPr>
        <p:spPr>
          <a:xfrm>
            <a:off x="4607662" y="1151230"/>
            <a:ext cx="2991002" cy="461772"/>
          </a:xfrm>
          <a:prstGeom prst="roundRect">
            <a:avLst>
              <a:gd name="adj" fmla="val 19802"/>
            </a:avLst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4607662" y="1151230"/>
            <a:ext cx="2991002" cy="4617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KC MAMUJU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772254" y="1681582"/>
            <a:ext cx="2648102" cy="36941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Teller Service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4644238" y="2020824"/>
            <a:ext cx="914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470355" y="1929384"/>
            <a:ext cx="1089050" cy="879653"/>
          </a:xfrm>
          <a:prstGeom prst="roundRect">
            <a:avLst>
              <a:gd name="adj" fmla="val 18711"/>
            </a:avLst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075" y="1975104"/>
            <a:ext cx="997610" cy="7882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723998" y="1929384"/>
            <a:ext cx="1874520" cy="879653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IRWAN ALLO</a:t>
            </a: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4708246" y="2186330"/>
            <a:ext cx="3977640" cy="8778"/>
          </a:xfrm>
          <a:prstGeom prst="rect">
            <a:avLst/>
          </a:prstGeom>
          <a:solidFill>
            <a:srgbClr val="7FA0F3"/>
          </a:solidFill>
          <a:ln w="12700">
            <a:solidFill>
              <a:srgbClr val="7FA0F3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4708246" y="2195109"/>
            <a:ext cx="3977640" cy="8778"/>
          </a:xfrm>
          <a:prstGeom prst="rect">
            <a:avLst/>
          </a:prstGeom>
          <a:solidFill>
            <a:srgbClr val="6687E7"/>
          </a:solidFill>
          <a:ln w="12700">
            <a:solidFill>
              <a:srgbClr val="6687E7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4708246" y="2203887"/>
            <a:ext cx="3977640" cy="8778"/>
          </a:xfrm>
          <a:prstGeom prst="rect">
            <a:avLst/>
          </a:prstGeom>
          <a:solidFill>
            <a:srgbClr val="4D6EDB"/>
          </a:solidFill>
          <a:ln w="12700">
            <a:solidFill>
              <a:srgbClr val="4D6EDB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4708246" y="2212665"/>
            <a:ext cx="3977640" cy="8778"/>
          </a:xfrm>
          <a:prstGeom prst="rect">
            <a:avLst/>
          </a:prstGeom>
          <a:solidFill>
            <a:srgbClr val="3554D0"/>
          </a:solidFill>
          <a:ln w="12700">
            <a:solidFill>
              <a:srgbClr val="3554D0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708246" y="2221443"/>
            <a:ext cx="3977640" cy="8778"/>
          </a:xfrm>
          <a:prstGeom prst="rect">
            <a:avLst/>
          </a:prstGeom>
          <a:solidFill>
            <a:srgbClr val="1C3BC4"/>
          </a:solidFill>
          <a:ln w="12700">
            <a:solidFill>
              <a:srgbClr val="1C3BC4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708246" y="2230222"/>
            <a:ext cx="3977640" cy="277978"/>
          </a:xfrm>
          <a:prstGeom prst="rect">
            <a:avLst/>
          </a:prstGeom>
          <a:solidFill>
            <a:srgbClr val="0322B8"/>
          </a:solidFill>
          <a:ln w="12700">
            <a:solidFill>
              <a:srgbClr val="0322B8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708246" y="2508199"/>
            <a:ext cx="3977640" cy="8778"/>
          </a:xfrm>
          <a:prstGeom prst="rect">
            <a:avLst/>
          </a:prstGeom>
          <a:solidFill>
            <a:srgbClr val="1C3BC4"/>
          </a:solidFill>
          <a:ln w="12700">
            <a:solidFill>
              <a:srgbClr val="1C3BC4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708246" y="2516977"/>
            <a:ext cx="3977640" cy="8778"/>
          </a:xfrm>
          <a:prstGeom prst="rect">
            <a:avLst/>
          </a:prstGeom>
          <a:solidFill>
            <a:srgbClr val="3554D0"/>
          </a:solidFill>
          <a:ln w="12700">
            <a:solidFill>
              <a:srgbClr val="3554D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708246" y="2525756"/>
            <a:ext cx="3977640" cy="8778"/>
          </a:xfrm>
          <a:prstGeom prst="rect">
            <a:avLst/>
          </a:prstGeom>
          <a:solidFill>
            <a:srgbClr val="4D6EDB"/>
          </a:solidFill>
          <a:ln w="12700">
            <a:solidFill>
              <a:srgbClr val="4D6ED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708246" y="2534534"/>
            <a:ext cx="3977640" cy="8778"/>
          </a:xfrm>
          <a:prstGeom prst="rect">
            <a:avLst/>
          </a:prstGeom>
          <a:solidFill>
            <a:srgbClr val="6687E7"/>
          </a:solidFill>
          <a:ln w="12700">
            <a:solidFill>
              <a:srgbClr val="6687E7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708246" y="2543312"/>
            <a:ext cx="3977640" cy="8778"/>
          </a:xfrm>
          <a:prstGeom prst="rect">
            <a:avLst/>
          </a:prstGeom>
          <a:solidFill>
            <a:srgbClr val="7FA0F3"/>
          </a:solidFill>
          <a:ln w="12700">
            <a:solidFill>
              <a:srgbClr val="7FA0F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708246" y="2186330"/>
            <a:ext cx="3977640" cy="365760"/>
          </a:xfrm>
          <a:prstGeom prst="rect">
            <a:avLst/>
          </a:prstGeom>
          <a:ln w="6350">
            <a:solidFill>
              <a:srgbClr val="D1D1D1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708246" y="218633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3,51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8813902" y="218633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51B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813902" y="218633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Kurang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2606040" y="6172200"/>
            <a:ext cx="6273698" cy="658368"/>
          </a:xfrm>
          <a:prstGeom prst="roundRect">
            <a:avLst>
              <a:gd name="adj" fmla="val 240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828489" y="6048756"/>
            <a:ext cx="1828800" cy="246888"/>
          </a:xfrm>
          <a:prstGeom prst="roundRect">
            <a:avLst>
              <a:gd name="adj" fmla="val 22222"/>
            </a:avLst>
          </a:prstGeom>
          <a:solidFill>
            <a:srgbClr val="0F44BE"/>
          </a:solidFill>
          <a:ln w="12700">
            <a:solidFill>
              <a:srgbClr val="0F44BE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828489" y="6048756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SKALA PENILAIAN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2770632" y="6373368"/>
            <a:ext cx="109728" cy="109728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919679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4,80-5,00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2926080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Istimewa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4078224" y="6373368"/>
            <a:ext cx="109728" cy="10972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227271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4,60-4,79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233672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Sangat Baik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5437022" y="6373368"/>
            <a:ext cx="109728" cy="10972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5586070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4,00-4,59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5592470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Baik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6765646" y="6373368"/>
            <a:ext cx="109728" cy="109728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914693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3,60-3,99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6921094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Cukup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8108899" y="6373368"/>
            <a:ext cx="109728" cy="109728"/>
          </a:xfrm>
          <a:prstGeom prst="ellipse">
            <a:avLst/>
          </a:prstGeom>
          <a:solidFill>
            <a:srgbClr val="E51B2B"/>
          </a:solidFill>
          <a:ln w="12700">
            <a:solidFill>
              <a:srgbClr val="E51B2B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8257946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&lt;3,59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8264347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2026-10-01T10:28:53Z</dcterms:created>
  <dcterms:modified xsi:type="dcterms:W3CDTF">2026-10-01T10:28:53Z</dcterms:modified>
</cp:coreProperties>
</file>