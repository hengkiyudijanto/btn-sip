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6E93F0"/>
          </a:solidFill>
          <a:ln w="12700">
            <a:solidFill>
              <a:srgbClr val="6E93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4E76E4"/>
          </a:solidFill>
          <a:ln w="12700">
            <a:solidFill>
              <a:srgbClr val="4E76E4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4E76E4"/>
          </a:solidFill>
          <a:ln w="12700">
            <a:solidFill>
              <a:srgbClr val="4E76E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6E93F0"/>
          </a:solidFill>
          <a:ln w="12700">
            <a:solidFill>
              <a:srgbClr val="6E93F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2026-10-01T07:02:05Z</dcterms:created>
  <dcterms:modified xsi:type="dcterms:W3CDTF">2026-10-01T07:02:05Z</dcterms:modified>
</cp:coreProperties>
</file>