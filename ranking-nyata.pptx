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754880" y="5925312"/>
            <a:ext cx="1828800" cy="310896"/>
          </a:xfrm>
          <a:prstGeom prst="roundRect">
            <a:avLst>
              <a:gd name="adj" fmla="val 52941"/>
            </a:avLst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54880" y="5952744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244 KC MAMUJU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3977640" cy="39624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216810"/>
            <a:ext cx="3977640" cy="39624"/>
          </a:xfrm>
          <a:prstGeom prst="rect">
            <a:avLst/>
          </a:prstGeom>
          <a:solidFill>
            <a:srgbClr val="5676DF"/>
          </a:solidFill>
          <a:ln w="12700">
            <a:solidFill>
              <a:srgbClr val="5676DF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247290"/>
            <a:ext cx="3977640" cy="39624"/>
          </a:xfrm>
          <a:prstGeom prst="rect">
            <a:avLst/>
          </a:prstGeom>
          <a:solidFill>
            <a:srgbClr val="2C4CCC"/>
          </a:solidFill>
          <a:ln w="12700">
            <a:solidFill>
              <a:srgbClr val="2C4CCC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277770"/>
            <a:ext cx="3977640" cy="192024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08246" y="2460650"/>
            <a:ext cx="3977640" cy="39624"/>
          </a:xfrm>
          <a:prstGeom prst="rect">
            <a:avLst/>
          </a:prstGeom>
          <a:solidFill>
            <a:srgbClr val="2C4CCC"/>
          </a:solidFill>
          <a:ln w="12700">
            <a:solidFill>
              <a:srgbClr val="2C4CCC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708246" y="2491130"/>
            <a:ext cx="3977640" cy="39624"/>
          </a:xfrm>
          <a:prstGeom prst="rect">
            <a:avLst/>
          </a:prstGeom>
          <a:solidFill>
            <a:srgbClr val="5676DF"/>
          </a:solidFill>
          <a:ln w="12700">
            <a:solidFill>
              <a:srgbClr val="5676DF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708246" y="2521610"/>
            <a:ext cx="3977640" cy="39624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4708246" y="218633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2000" dirty="0"/>
          </a:p>
        </p:txBody>
      </p:sp>
      <p:sp>
        <p:nvSpPr>
          <p:cNvPr id="22" name="Shape 16"/>
          <p:cNvSpPr/>
          <p:nvPr/>
        </p:nvSpPr>
        <p:spPr>
          <a:xfrm>
            <a:off x="8813902" y="2131466"/>
            <a:ext cx="1188720" cy="475488"/>
          </a:xfrm>
          <a:prstGeom prst="roundRect">
            <a:avLst>
              <a:gd name="adj" fmla="val 53846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8813902" y="2131466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754880" y="5925312"/>
            <a:ext cx="1828800" cy="310896"/>
          </a:xfrm>
          <a:prstGeom prst="roundRect">
            <a:avLst>
              <a:gd name="adj" fmla="val 52941"/>
            </a:avLst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4754880" y="5952744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0" name="Shape 24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2" name="Text 26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3" name="Shape 27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6" name="Shape 30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9" name="Shape 33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2026-10-01T07:40:08Z</dcterms:created>
  <dcterms:modified xsi:type="dcterms:W3CDTF">2026-10-01T07:40:08Z</dcterms:modified>
</cp:coreProperties>
</file>