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0116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237744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0116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237744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KC MAMUJU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IRWAN ALLO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852928" y="2212848"/>
            <a:ext cx="2503444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3,51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8" name="Shape 24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0" name="Text 26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1" name="Shape 27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33" name="Text 29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6" name="Text 32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2026-10-01T04:27:54Z</dcterms:created>
  <dcterms:modified xsi:type="dcterms:W3CDTF">2026-10-01T04:27:54Z</dcterms:modified>
</cp:coreProperties>
</file>