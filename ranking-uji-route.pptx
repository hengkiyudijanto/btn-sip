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197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Drill Ranking</a:t>
            </a:r>
            <a:endParaRPr lang="en-US" sz="40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solidFill>
            <a:srgbClr val="2E4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unit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posisi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3269894" y="2176272"/>
            <a:ext cx="5692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Ranking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56616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kantor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6692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Semua jenis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/ cabang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692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Semua unit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dinilai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692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Semua posisi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692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Uji Ranking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peserta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692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3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832811" y="5922569"/>
            <a:ext cx="6273698" cy="90525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100980" y="5748833"/>
            <a:ext cx="1737360" cy="274320"/>
          </a:xfrm>
          <a:prstGeom prst="roundRect">
            <a:avLst>
              <a:gd name="adj" fmla="val 33333"/>
            </a:avLst>
          </a:prstGeom>
          <a:solidFill>
            <a:srgbClr val="2E4FD6"/>
          </a:solidFill>
          <a:ln w="12700">
            <a:solidFill>
              <a:srgbClr val="2E4FD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00980" y="574883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924251" y="6196889"/>
            <a:ext cx="118872" cy="118872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07055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4,80-5,00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07055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Istimewa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178991" y="6196889"/>
            <a:ext cx="118872" cy="11887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32529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4,60-4,79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32529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Baik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33731" y="6196889"/>
            <a:ext cx="118872" cy="11887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8003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4,00-4,59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58003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Baik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688470" y="6196889"/>
            <a:ext cx="118872" cy="118872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34774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3,60-3,99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834774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943210" y="6196889"/>
            <a:ext cx="118872" cy="118872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089514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&lt;3,59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089514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197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Drill Ranking</a:t>
            </a:r>
            <a:endParaRPr lang="en-US" sz="40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solidFill>
            <a:srgbClr val="2E4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RO-SMP KANWIL SULAMPUA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2400" dirty="0"/>
          </a:p>
        </p:txBody>
      </p:sp>
      <p:sp>
        <p:nvSpPr>
          <p:cNvPr id="9" name="Shape 4"/>
          <p:cNvSpPr/>
          <p:nvPr/>
        </p:nvSpPr>
        <p:spPr>
          <a:xfrm>
            <a:off x="3739896" y="2020824"/>
            <a:ext cx="914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2E4FD6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749040" y="1929384"/>
            <a:ext cx="2103120" cy="879653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Satu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3739896" y="2186330"/>
            <a:ext cx="4626864" cy="365760"/>
          </a:xfrm>
          <a:prstGeom prst="rect">
            <a:avLst/>
          </a:prstGeom>
          <a:solidFill>
            <a:srgbClr val="122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739896" y="2186330"/>
            <a:ext cx="4535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4,61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8942832" y="2131466"/>
            <a:ext cx="1207008" cy="475488"/>
          </a:xfrm>
          <a:prstGeom prst="roundRect">
            <a:avLst>
              <a:gd name="adj" fmla="val 53846"/>
            </a:avLst>
          </a:prstGeom>
          <a:solidFill>
            <a:srgbClr val="66B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942832" y="2131466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Baik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832811" y="5922569"/>
            <a:ext cx="6273698" cy="90525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100980" y="5748833"/>
            <a:ext cx="1737360" cy="274320"/>
          </a:xfrm>
          <a:prstGeom prst="roundRect">
            <a:avLst>
              <a:gd name="adj" fmla="val 33333"/>
            </a:avLst>
          </a:prstGeom>
          <a:solidFill>
            <a:srgbClr val="2E4FD6"/>
          </a:solidFill>
          <a:ln w="12700">
            <a:solidFill>
              <a:srgbClr val="2E4FD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100980" y="574883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924251" y="6196889"/>
            <a:ext cx="118872" cy="118872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07055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4,80-5,00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07055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Istimewa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178991" y="6196889"/>
            <a:ext cx="118872" cy="11887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32529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4,60-4,79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32529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Baik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33731" y="6196889"/>
            <a:ext cx="118872" cy="11887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58003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4,00-4,59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8003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Baik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688470" y="6196889"/>
            <a:ext cx="118872" cy="118872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834774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3,60-3,99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34774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943210" y="6196889"/>
            <a:ext cx="118872" cy="118872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089514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&lt;3,59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089514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197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Drill Ranking</a:t>
            </a:r>
            <a:endParaRPr lang="en-US" sz="40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solidFill>
            <a:srgbClr val="2E4F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RO-SMP KANWIL SULAMPUA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Teller</a:t>
            </a:r>
            <a:endParaRPr lang="en-US" sz="2400" dirty="0"/>
          </a:p>
        </p:txBody>
      </p:sp>
      <p:sp>
        <p:nvSpPr>
          <p:cNvPr id="9" name="Shape 4"/>
          <p:cNvSpPr/>
          <p:nvPr/>
        </p:nvSpPr>
        <p:spPr>
          <a:xfrm>
            <a:off x="3739896" y="2020824"/>
            <a:ext cx="9144" cy="13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2E4FD6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749040" y="1929384"/>
            <a:ext cx="2103120" cy="879653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Teller Satu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3739896" y="2186330"/>
            <a:ext cx="4626864" cy="365760"/>
          </a:xfrm>
          <a:prstGeom prst="rect">
            <a:avLst/>
          </a:prstGeom>
          <a:solidFill>
            <a:srgbClr val="122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739896" y="2186330"/>
            <a:ext cx="4535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4,92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8942832" y="2131466"/>
            <a:ext cx="1207008" cy="475488"/>
          </a:xfrm>
          <a:prstGeom prst="roundRect">
            <a:avLst>
              <a:gd name="adj" fmla="val 53846"/>
            </a:avLst>
          </a:prstGeom>
          <a:solidFill>
            <a:srgbClr val="00B0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942832" y="2131466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Istimewa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470355" y="2809037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2E4FD6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075" y="2854757"/>
            <a:ext cx="997610" cy="7882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49040" y="2809037"/>
            <a:ext cx="2103120" cy="879653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Teller Dua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3739896" y="3065983"/>
            <a:ext cx="4626864" cy="365760"/>
          </a:xfrm>
          <a:prstGeom prst="rect">
            <a:avLst/>
          </a:prstGeom>
          <a:solidFill>
            <a:srgbClr val="1226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739896" y="3065983"/>
            <a:ext cx="4535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3,71</a:t>
            </a:r>
            <a:endParaRPr lang="en-US" sz="2000" dirty="0"/>
          </a:p>
        </p:txBody>
      </p:sp>
      <p:sp>
        <p:nvSpPr>
          <p:cNvPr id="22" name="Shape 15"/>
          <p:cNvSpPr/>
          <p:nvPr/>
        </p:nvSpPr>
        <p:spPr>
          <a:xfrm>
            <a:off x="8942832" y="3011119"/>
            <a:ext cx="1207008" cy="475488"/>
          </a:xfrm>
          <a:prstGeom prst="roundRect">
            <a:avLst>
              <a:gd name="adj" fmla="val 53846"/>
            </a:avLst>
          </a:prstGeom>
          <a:solidFill>
            <a:srgbClr val="FFC1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942832" y="3011119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2832811" y="5922569"/>
            <a:ext cx="6273698" cy="90525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100980" y="5748833"/>
            <a:ext cx="1737360" cy="274320"/>
          </a:xfrm>
          <a:prstGeom prst="roundRect">
            <a:avLst>
              <a:gd name="adj" fmla="val 33333"/>
            </a:avLst>
          </a:prstGeom>
          <a:solidFill>
            <a:srgbClr val="2E4FD6"/>
          </a:solidFill>
          <a:ln w="12700">
            <a:solidFill>
              <a:srgbClr val="2E4FD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100980" y="5748833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924251" y="6196889"/>
            <a:ext cx="118872" cy="118872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07055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4,80-5,00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07055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Istimewa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178991" y="6196889"/>
            <a:ext cx="118872" cy="11887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32529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4,60-4,79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32529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Sangat Baik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33731" y="6196889"/>
            <a:ext cx="118872" cy="11887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580035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4,00-4,59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580035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Baik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688470" y="6196889"/>
            <a:ext cx="118872" cy="118872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834774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3,60-3,99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834774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943210" y="6196889"/>
            <a:ext cx="118872" cy="118872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089514" y="6105449"/>
            <a:ext cx="105357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&lt;3,59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8089514" y="6324905"/>
            <a:ext cx="10535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2026-10-01T05:49:57Z</dcterms:created>
  <dcterms:modified xsi:type="dcterms:W3CDTF">2026-10-01T05:49:57Z</dcterms:modified>
</cp:coreProperties>
</file>