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 Satu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4E7BE8"/>
          </a:solidFill>
          <a:ln w="12700">
            <a:solidFill>
              <a:srgbClr val="4E7BE8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2348C4"/>
          </a:solidFill>
          <a:ln w="12700">
            <a:solidFill>
              <a:srgbClr val="2348C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1B3AAE"/>
          </a:solidFill>
          <a:ln w="12700">
            <a:solidFill>
              <a:srgbClr val="1B3AA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4,61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66BB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Satu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4E7BE8"/>
          </a:solidFill>
          <a:ln w="12700">
            <a:solidFill>
              <a:srgbClr val="4E7BE8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2348C4"/>
          </a:solidFill>
          <a:ln w="12700">
            <a:solidFill>
              <a:srgbClr val="2348C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1B3AAE"/>
          </a:solidFill>
          <a:ln w="12700">
            <a:solidFill>
              <a:srgbClr val="1B3AA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4,92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00B05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1470355" y="2809037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075" y="2854757"/>
            <a:ext cx="997610" cy="78821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2723998" y="2809037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Dua</a:t>
            </a:r>
            <a:endParaRPr lang="en-US" sz="1600" dirty="0"/>
          </a:p>
        </p:txBody>
      </p:sp>
      <p:sp>
        <p:nvSpPr>
          <p:cNvPr id="25" name="Shape 18"/>
          <p:cNvSpPr/>
          <p:nvPr/>
        </p:nvSpPr>
        <p:spPr>
          <a:xfrm>
            <a:off x="4708246" y="3065983"/>
            <a:ext cx="3977640" cy="82296"/>
          </a:xfrm>
          <a:prstGeom prst="rect">
            <a:avLst/>
          </a:prstGeom>
          <a:solidFill>
            <a:srgbClr val="4E7BE8"/>
          </a:solidFill>
          <a:ln w="12700">
            <a:solidFill>
              <a:srgbClr val="4E7B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708246" y="3139135"/>
            <a:ext cx="3977640" cy="82296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708246" y="3212287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4708246" y="3285439"/>
            <a:ext cx="3977640" cy="82296"/>
          </a:xfrm>
          <a:prstGeom prst="rect">
            <a:avLst/>
          </a:prstGeom>
          <a:solidFill>
            <a:srgbClr val="2348C4"/>
          </a:solidFill>
          <a:ln w="12700">
            <a:solidFill>
              <a:srgbClr val="2348C4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708246" y="3358591"/>
            <a:ext cx="3977640" cy="82296"/>
          </a:xfrm>
          <a:prstGeom prst="rect">
            <a:avLst/>
          </a:prstGeom>
          <a:solidFill>
            <a:srgbClr val="1B3AAE"/>
          </a:solidFill>
          <a:ln w="12700">
            <a:solidFill>
              <a:srgbClr val="1B3AA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708246" y="3065983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708246" y="3065983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3,71</a:t>
            </a:r>
            <a:endParaRPr lang="en-US" sz="2000" dirty="0"/>
          </a:p>
        </p:txBody>
      </p:sp>
      <p:sp>
        <p:nvSpPr>
          <p:cNvPr id="32" name="Shape 25"/>
          <p:cNvSpPr/>
          <p:nvPr/>
        </p:nvSpPr>
        <p:spPr>
          <a:xfrm>
            <a:off x="8813902" y="3011119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8813902" y="3011119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45" name="Text 38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6" name="Shape 39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9" name="Shape 42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51" name="Text 44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2026-10-01T06:51:08Z</dcterms:created>
  <dcterms:modified xsi:type="dcterms:W3CDTF">2026-10-01T06:51:08Z</dcterms:modified>
</cp:coreProperties>
</file>