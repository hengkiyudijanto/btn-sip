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FOTO_2_0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  <p:blipFill>
          <a:blip r:embed="rId6"/>
          <a:srcRect l="0" r="0" t="20371" b="20371"/>
          <a:stretch>
            <a:fillRect/>
          </a:stretch>
        </p:blipFill>
      </p:sp>
      <p:sp>
        <p:nvSpPr>
          <p:cNvPr id="11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2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2026-10-01T11:45:56Z</dcterms:created>
  <dcterms:modified xsi:type="dcterms:W3CDTF">2026-10-01T11:45:56Z</dcterms:modified>
</cp:coreProperties>
</file>