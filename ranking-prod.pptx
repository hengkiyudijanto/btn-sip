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40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solidFill>
            <a:srgbClr val="2E4F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posisi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4,80-5,00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4,60-4,79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4,00-4,59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Baik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3,60-3,99</a:t>
            </a:r>
            <a:endParaRPr lang="en-US" sz="11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&lt;3,59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40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solidFill>
            <a:srgbClr val="2E4F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IRWAN ALLO</a:t>
            </a:r>
            <a:endParaRPr lang="en-US" sz="20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4,80-5,00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4,60-4,79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4,00-4,59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Baik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3,60-3,99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&lt;3,59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2026-10-01T05:51:15Z</dcterms:created>
  <dcterms:modified xsi:type="dcterms:W3CDTF">2026-10-01T05:51:15Z</dcterms:modified>
</cp:coreProperties>
</file>