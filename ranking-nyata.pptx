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7925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4255"/>
            <a:ext cx="3977640" cy="7925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2180"/>
            <a:ext cx="3977640" cy="7925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0105"/>
            <a:ext cx="3977640" cy="318211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528316"/>
            <a:ext cx="3977640" cy="7925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536241"/>
            <a:ext cx="3977640" cy="7925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44166"/>
            <a:ext cx="3977640" cy="7925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2" name="Shape 16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2026-10-01T08:53:29Z</dcterms:created>
  <dcterms:modified xsi:type="dcterms:W3CDTF">2026-10-01T08:53:29Z</dcterms:modified>
</cp:coreProperties>
</file>