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7048287"/>
  <p:notesSz cx="7048287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04828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0" y="1481328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Uji Ranking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5661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66928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566160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0" y="2852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66160" y="332841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0" y="332841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566160" y="38039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669280" y="38039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Uji Ranking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566160" y="42793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0" y="42793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04828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358488" y="105156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358488" y="1051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RO-SMP KANWIL SULAMPUA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0" y="153619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Service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798064" y="2011680"/>
            <a:ext cx="13716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202996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75688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36192" y="202996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Satu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852928" y="2212848"/>
            <a:ext cx="3288000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28816" y="202996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4,61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095744" y="219456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095744" y="219456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254600" y="6115599"/>
            <a:ext cx="1691640" cy="256032"/>
          </a:xfrm>
          <a:prstGeom prst="roundRect">
            <a:avLst>
              <a:gd name="adj" fmla="val 42857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254600" y="6115599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3883000" y="6389919"/>
            <a:ext cx="4434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084168" y="6499647"/>
            <a:ext cx="91440" cy="9144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21218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700" dirty="0"/>
          </a:p>
        </p:txBody>
      </p:sp>
      <p:sp>
        <p:nvSpPr>
          <p:cNvPr id="20" name="Text 16"/>
          <p:cNvSpPr/>
          <p:nvPr/>
        </p:nvSpPr>
        <p:spPr>
          <a:xfrm>
            <a:off x="421218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700" dirty="0"/>
          </a:p>
        </p:txBody>
      </p:sp>
      <p:sp>
        <p:nvSpPr>
          <p:cNvPr id="21" name="Shape 17"/>
          <p:cNvSpPr/>
          <p:nvPr/>
        </p:nvSpPr>
        <p:spPr>
          <a:xfrm>
            <a:off x="4952848" y="6499647"/>
            <a:ext cx="91440" cy="91440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08086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700" dirty="0"/>
          </a:p>
        </p:txBody>
      </p:sp>
      <p:sp>
        <p:nvSpPr>
          <p:cNvPr id="23" name="Text 19"/>
          <p:cNvSpPr/>
          <p:nvPr/>
        </p:nvSpPr>
        <p:spPr>
          <a:xfrm>
            <a:off x="508086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5821528" y="6499647"/>
            <a:ext cx="91440" cy="91440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94954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700" dirty="0"/>
          </a:p>
        </p:txBody>
      </p:sp>
      <p:sp>
        <p:nvSpPr>
          <p:cNvPr id="26" name="Text 22"/>
          <p:cNvSpPr/>
          <p:nvPr/>
        </p:nvSpPr>
        <p:spPr>
          <a:xfrm>
            <a:off x="594954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6690208" y="6499647"/>
            <a:ext cx="91440" cy="914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81822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81822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700" dirty="0"/>
          </a:p>
        </p:txBody>
      </p:sp>
      <p:sp>
        <p:nvSpPr>
          <p:cNvPr id="30" name="Shape 26"/>
          <p:cNvSpPr/>
          <p:nvPr/>
        </p:nvSpPr>
        <p:spPr>
          <a:xfrm>
            <a:off x="7558888" y="6499647"/>
            <a:ext cx="91440" cy="91440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768690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700" dirty="0"/>
          </a:p>
        </p:txBody>
      </p:sp>
      <p:sp>
        <p:nvSpPr>
          <p:cNvPr id="32" name="Text 28"/>
          <p:cNvSpPr/>
          <p:nvPr/>
        </p:nvSpPr>
        <p:spPr>
          <a:xfrm>
            <a:off x="768690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A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04828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37744"/>
            <a:ext cx="121916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358488" y="105156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358488" y="1051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RO-SMP KANWIL SULAMPUA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0" y="153619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798064" y="2011680"/>
            <a:ext cx="13716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202996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75688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36192" y="202996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 Satu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852928" y="2212848"/>
            <a:ext cx="3509101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28816" y="202996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4,92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095744" y="219456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095744" y="219456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" y="2898648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944368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36192" y="2898648"/>
            <a:ext cx="1234440" cy="731520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 Dua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2852928" y="3081528"/>
            <a:ext cx="2646091" cy="365760"/>
          </a:xfrm>
          <a:prstGeom prst="rect">
            <a:avLst/>
          </a:prstGeom>
          <a:solidFill>
            <a:srgbClr val="1E4F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528816" y="2898648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3,71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095744" y="3063240"/>
            <a:ext cx="1298448" cy="402336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095744" y="3063240"/>
            <a:ext cx="12984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254600" y="6115599"/>
            <a:ext cx="1691640" cy="256032"/>
          </a:xfrm>
          <a:prstGeom prst="roundRect">
            <a:avLst>
              <a:gd name="adj" fmla="val 42857"/>
            </a:avLst>
          </a:prstGeom>
          <a:solidFill>
            <a:srgbClr val="2E5CD6"/>
          </a:solidFill>
          <a:ln w="12700">
            <a:solidFill>
              <a:srgbClr val="2E5CD6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254600" y="6115599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3883000" y="6389919"/>
            <a:ext cx="4434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084168" y="6499647"/>
            <a:ext cx="91440" cy="9144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21218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700" dirty="0"/>
          </a:p>
        </p:txBody>
      </p:sp>
      <p:sp>
        <p:nvSpPr>
          <p:cNvPr id="27" name="Text 22"/>
          <p:cNvSpPr/>
          <p:nvPr/>
        </p:nvSpPr>
        <p:spPr>
          <a:xfrm>
            <a:off x="421218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952848" y="6499647"/>
            <a:ext cx="91440" cy="91440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08086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700" dirty="0"/>
          </a:p>
        </p:txBody>
      </p:sp>
      <p:sp>
        <p:nvSpPr>
          <p:cNvPr id="30" name="Text 25"/>
          <p:cNvSpPr/>
          <p:nvPr/>
        </p:nvSpPr>
        <p:spPr>
          <a:xfrm>
            <a:off x="508086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700" dirty="0"/>
          </a:p>
        </p:txBody>
      </p:sp>
      <p:sp>
        <p:nvSpPr>
          <p:cNvPr id="31" name="Shape 26"/>
          <p:cNvSpPr/>
          <p:nvPr/>
        </p:nvSpPr>
        <p:spPr>
          <a:xfrm>
            <a:off x="5821528" y="6499647"/>
            <a:ext cx="91440" cy="91440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594954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700" dirty="0"/>
          </a:p>
        </p:txBody>
      </p:sp>
      <p:sp>
        <p:nvSpPr>
          <p:cNvPr id="33" name="Text 28"/>
          <p:cNvSpPr/>
          <p:nvPr/>
        </p:nvSpPr>
        <p:spPr>
          <a:xfrm>
            <a:off x="594954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6690208" y="6499647"/>
            <a:ext cx="91440" cy="914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81822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681822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700" dirty="0"/>
          </a:p>
        </p:txBody>
      </p:sp>
      <p:sp>
        <p:nvSpPr>
          <p:cNvPr id="37" name="Shape 32"/>
          <p:cNvSpPr/>
          <p:nvPr/>
        </p:nvSpPr>
        <p:spPr>
          <a:xfrm>
            <a:off x="7558888" y="6499647"/>
            <a:ext cx="91440" cy="91440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7686904" y="6453927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700" dirty="0"/>
          </a:p>
        </p:txBody>
      </p:sp>
      <p:sp>
        <p:nvSpPr>
          <p:cNvPr id="39" name="Text 34"/>
          <p:cNvSpPr/>
          <p:nvPr/>
        </p:nvSpPr>
        <p:spPr>
          <a:xfrm>
            <a:off x="7686904" y="6600231"/>
            <a:ext cx="7132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2026-10-01T05:02:23Z</dcterms:created>
  <dcterms:modified xsi:type="dcterms:W3CDTF">2026-10-01T05:02:23Z</dcterms:modified>
</cp:coreProperties>
</file>