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200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Semua unit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Semua posisi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3269894" y="2176272"/>
            <a:ext cx="5692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Minggu Ke-4 September 2026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56616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Jenis kantor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6692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jenis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/ cabang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6692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unit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6616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Posisi dinilai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692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posisi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6928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Minggu Ke-4 September 2026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Jumlah peserta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6928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3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240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28489" y="6048756"/>
            <a:ext cx="1828800" cy="246888"/>
          </a:xfrm>
          <a:prstGeom prst="roundRect">
            <a:avLst>
              <a:gd name="adj" fmla="val 22222"/>
            </a:avLst>
          </a:prstGeom>
          <a:solidFill>
            <a:srgbClr val="0F44BE"/>
          </a:solidFill>
          <a:ln w="12700">
            <a:solidFill>
              <a:srgbClr val="0F44B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28489" y="604875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200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KC Mamuju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Service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4194442" y="2020824"/>
            <a:ext cx="914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26959" y="1975104"/>
            <a:ext cx="975843" cy="788213"/>
          </a:xfrm>
          <a:prstGeom prst="roundRect">
            <a:avLst>
              <a:gd name="adj" fmla="val 20882"/>
            </a:avLst>
          </a:prstGeom>
          <a:solidFill>
            <a:srgbClr val="04123F"/>
          </a:solidFill>
          <a:ln w="12700">
            <a:solidFill>
              <a:srgbClr val="04123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4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526959" y="1975104"/>
            <a:ext cx="975843" cy="788213"/>
          </a:xfrm>
          <a:prstGeom prst="roundRect">
            <a:avLst>
              <a:gd name="adj" fmla="val 20882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959" y="1975104"/>
            <a:ext cx="975843" cy="7882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7394" y="1975104"/>
            <a:ext cx="1481328" cy="7882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Marina K.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4317980" y="2186330"/>
            <a:ext cx="3428726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317980" y="2198400"/>
            <a:ext cx="3428726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317980" y="2210471"/>
            <a:ext cx="3428726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317980" y="2222541"/>
            <a:ext cx="3428726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317980" y="2234611"/>
            <a:ext cx="3428726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317980" y="2246681"/>
            <a:ext cx="3428726" cy="245059"/>
          </a:xfrm>
          <a:prstGeom prst="rect">
            <a:avLst/>
          </a:prstGeom>
          <a:solidFill>
            <a:srgbClr val="0322B8"/>
          </a:solidFill>
          <a:ln w="12700">
            <a:solidFill>
              <a:srgbClr val="0322B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317980" y="2491740"/>
            <a:ext cx="3428726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317980" y="2503810"/>
            <a:ext cx="3428726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317980" y="2515880"/>
            <a:ext cx="3428726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317980" y="2527950"/>
            <a:ext cx="3428726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317980" y="2540020"/>
            <a:ext cx="3428726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17980" y="2186330"/>
            <a:ext cx="3428726" cy="365760"/>
          </a:xfrm>
          <a:prstGeom prst="rect">
            <a:avLst/>
          </a:prstGeom>
          <a:ln w="6350">
            <a:solidFill>
              <a:srgbClr val="D1D1D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317980" y="2186330"/>
            <a:ext cx="33555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4,31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874721" y="218633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4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874721" y="218633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240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828489" y="6048756"/>
            <a:ext cx="1828800" cy="246888"/>
          </a:xfrm>
          <a:prstGeom prst="roundRect">
            <a:avLst>
              <a:gd name="adj" fmla="val 22222"/>
            </a:avLst>
          </a:prstGeom>
          <a:solidFill>
            <a:srgbClr val="0F44BE"/>
          </a:solidFill>
          <a:ln w="12700">
            <a:solidFill>
              <a:srgbClr val="0F44B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28489" y="604875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200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KC Mamuju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Teller Service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4194442" y="2020824"/>
            <a:ext cx="9144" cy="13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26959" y="1975104"/>
            <a:ext cx="975843" cy="788213"/>
          </a:xfrm>
          <a:prstGeom prst="roundRect">
            <a:avLst>
              <a:gd name="adj" fmla="val 20882"/>
            </a:avLst>
          </a:prstGeom>
          <a:solidFill>
            <a:srgbClr val="04123F"/>
          </a:solidFill>
          <a:ln w="12700">
            <a:solidFill>
              <a:srgbClr val="04123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4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526959" y="1975104"/>
            <a:ext cx="975843" cy="788213"/>
          </a:xfrm>
          <a:prstGeom prst="roundRect">
            <a:avLst>
              <a:gd name="adj" fmla="val 20882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959" y="1975104"/>
            <a:ext cx="975843" cy="7882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7394" y="1975104"/>
            <a:ext cx="1481328" cy="7882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Husnia P.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4317980" y="2186330"/>
            <a:ext cx="3174157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317980" y="2198400"/>
            <a:ext cx="3174157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317980" y="2210471"/>
            <a:ext cx="3174157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317980" y="2222541"/>
            <a:ext cx="3174157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317980" y="2234611"/>
            <a:ext cx="3174157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317980" y="2246681"/>
            <a:ext cx="3174157" cy="245059"/>
          </a:xfrm>
          <a:prstGeom prst="rect">
            <a:avLst/>
          </a:prstGeom>
          <a:solidFill>
            <a:srgbClr val="0322B8"/>
          </a:solidFill>
          <a:ln w="12700">
            <a:solidFill>
              <a:srgbClr val="0322B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317980" y="2491740"/>
            <a:ext cx="3174157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317980" y="2503810"/>
            <a:ext cx="3174157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317980" y="2515880"/>
            <a:ext cx="3174157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317980" y="2527950"/>
            <a:ext cx="3174157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317980" y="2540020"/>
            <a:ext cx="3174157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17980" y="2186330"/>
            <a:ext cx="3174157" cy="365760"/>
          </a:xfrm>
          <a:prstGeom prst="rect">
            <a:avLst/>
          </a:prstGeom>
          <a:ln w="6350">
            <a:solidFill>
              <a:srgbClr val="D1D1D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317980" y="2186330"/>
            <a:ext cx="31010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3,99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620152" y="218633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4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620152" y="218633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526959" y="2854757"/>
            <a:ext cx="975843" cy="788213"/>
          </a:xfrm>
          <a:prstGeom prst="roundRect">
            <a:avLst>
              <a:gd name="adj" fmla="val 20882"/>
            </a:avLst>
          </a:prstGeom>
          <a:solidFill>
            <a:srgbClr val="04123F"/>
          </a:solidFill>
          <a:ln w="12700">
            <a:solidFill>
              <a:srgbClr val="04123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526959" y="2854757"/>
            <a:ext cx="975843" cy="788213"/>
          </a:xfrm>
          <a:prstGeom prst="roundRect">
            <a:avLst>
              <a:gd name="adj" fmla="val 20882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959" y="2854757"/>
            <a:ext cx="975843" cy="78821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667394" y="2854757"/>
            <a:ext cx="1481328" cy="7882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Irwan A.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4317980" y="3065983"/>
            <a:ext cx="2792303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317980" y="3078053"/>
            <a:ext cx="2792303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317980" y="3090123"/>
            <a:ext cx="2792303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317980" y="3102193"/>
            <a:ext cx="2792303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317980" y="3114264"/>
            <a:ext cx="2792303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317980" y="3126334"/>
            <a:ext cx="2792303" cy="245059"/>
          </a:xfrm>
          <a:prstGeom prst="rect">
            <a:avLst/>
          </a:prstGeom>
          <a:solidFill>
            <a:srgbClr val="0322B8"/>
          </a:solidFill>
          <a:ln w="12700">
            <a:solidFill>
              <a:srgbClr val="0322B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317980" y="3371393"/>
            <a:ext cx="2792303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317980" y="3383463"/>
            <a:ext cx="2792303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317980" y="3395533"/>
            <a:ext cx="2792303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317980" y="3407603"/>
            <a:ext cx="2792303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317980" y="3419673"/>
            <a:ext cx="2792303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317980" y="3065983"/>
            <a:ext cx="2792303" cy="365760"/>
          </a:xfrm>
          <a:prstGeom prst="rect">
            <a:avLst/>
          </a:prstGeom>
          <a:ln w="6350">
            <a:solidFill>
              <a:srgbClr val="D1D1D1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317980" y="3065983"/>
            <a:ext cx="271915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3,51</a:t>
            </a:r>
            <a:endParaRPr lang="en-US" sz="1800" dirty="0"/>
          </a:p>
        </p:txBody>
      </p:sp>
      <p:sp>
        <p:nvSpPr>
          <p:cNvPr id="46" name="Shape 39"/>
          <p:cNvSpPr/>
          <p:nvPr/>
        </p:nvSpPr>
        <p:spPr>
          <a:xfrm>
            <a:off x="7238299" y="3065983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51B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45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7238299" y="306598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240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828489" y="6048756"/>
            <a:ext cx="1828800" cy="246888"/>
          </a:xfrm>
          <a:prstGeom prst="roundRect">
            <a:avLst>
              <a:gd name="adj" fmla="val 22222"/>
            </a:avLst>
          </a:prstGeom>
          <a:solidFill>
            <a:srgbClr val="0F44BE"/>
          </a:solidFill>
          <a:ln w="12700">
            <a:solidFill>
              <a:srgbClr val="0F44BE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828489" y="604875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57" name="Shape 50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59" name="Text 52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62" name="Text 55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63" name="Shape 56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65" name="Text 58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2026-10-01T13:01:43Z</dcterms:created>
  <dcterms:modified xsi:type="dcterms:W3CDTF">2026-10-01T13:01:43Z</dcterms:modified>
</cp:coreProperties>
</file>