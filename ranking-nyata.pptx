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200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584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Semua unit</a:t>
            </a:r>
            <a:endParaRPr lang="en-US" sz="18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Semua posisi</a:t>
            </a:r>
            <a:endParaRPr lang="en-US" sz="1800" dirty="0"/>
          </a:p>
        </p:txBody>
      </p:sp>
      <p:sp>
        <p:nvSpPr>
          <p:cNvPr id="9" name="Text 4"/>
          <p:cNvSpPr/>
          <p:nvPr/>
        </p:nvSpPr>
        <p:spPr>
          <a:xfrm>
            <a:off x="3269894" y="2176272"/>
            <a:ext cx="56921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Minggu ke-4 September 2026</a:t>
            </a:r>
            <a:endParaRPr lang="en-US" sz="1800" dirty="0"/>
          </a:p>
        </p:txBody>
      </p:sp>
      <p:sp>
        <p:nvSpPr>
          <p:cNvPr id="10" name="Text 5"/>
          <p:cNvSpPr/>
          <p:nvPr/>
        </p:nvSpPr>
        <p:spPr>
          <a:xfrm>
            <a:off x="3566160" y="26974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Jenis kantor</a:t>
            </a:r>
            <a:endParaRPr lang="en-US" sz="1400" dirty="0"/>
          </a:p>
        </p:txBody>
      </p:sp>
      <p:sp>
        <p:nvSpPr>
          <p:cNvPr id="11" name="Text 6"/>
          <p:cNvSpPr/>
          <p:nvPr/>
        </p:nvSpPr>
        <p:spPr>
          <a:xfrm>
            <a:off x="5669280" y="26974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jenis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3566160" y="31546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/ cabang</a:t>
            </a:r>
            <a:endParaRPr lang="en-US" sz="1400" dirty="0"/>
          </a:p>
        </p:txBody>
      </p:sp>
      <p:sp>
        <p:nvSpPr>
          <p:cNvPr id="13" name="Text 8"/>
          <p:cNvSpPr/>
          <p:nvPr/>
        </p:nvSpPr>
        <p:spPr>
          <a:xfrm>
            <a:off x="5669280" y="31546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unit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3566160" y="36118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Posisi dinilai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669280" y="36118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posisi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3566160" y="40690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Periode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5669280" y="4069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Minggu ke-4 September 2026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3566160" y="45262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Jumlah peserta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5669280" y="4526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1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2606040" y="6172200"/>
            <a:ext cx="6273698" cy="658368"/>
          </a:xfrm>
          <a:prstGeom prst="roundRect">
            <a:avLst>
              <a:gd name="adj" fmla="val 240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4828489" y="6048756"/>
            <a:ext cx="1828800" cy="246888"/>
          </a:xfrm>
          <a:prstGeom prst="roundRect">
            <a:avLst>
              <a:gd name="adj" fmla="val 22222"/>
            </a:avLst>
          </a:prstGeom>
          <a:solidFill>
            <a:srgbClr val="0F44BE"/>
          </a:solidFill>
          <a:ln w="12700">
            <a:solidFill>
              <a:srgbClr val="0F44BE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4828489" y="6048756"/>
            <a:ext cx="18288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2770632" y="6373368"/>
            <a:ext cx="109728" cy="109728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2919679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25" name="Text 20"/>
          <p:cNvSpPr/>
          <p:nvPr/>
        </p:nvSpPr>
        <p:spPr>
          <a:xfrm>
            <a:off x="292608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26" name="Shape 21"/>
          <p:cNvSpPr/>
          <p:nvPr/>
        </p:nvSpPr>
        <p:spPr>
          <a:xfrm>
            <a:off x="4078224" y="6373368"/>
            <a:ext cx="109728" cy="109728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4227271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28" name="Text 23"/>
          <p:cNvSpPr/>
          <p:nvPr/>
        </p:nvSpPr>
        <p:spPr>
          <a:xfrm>
            <a:off x="4233672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29" name="Shape 24"/>
          <p:cNvSpPr/>
          <p:nvPr/>
        </p:nvSpPr>
        <p:spPr>
          <a:xfrm>
            <a:off x="5437022" y="6373368"/>
            <a:ext cx="109728" cy="109728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5586070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559247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32" name="Shape 27"/>
          <p:cNvSpPr/>
          <p:nvPr/>
        </p:nvSpPr>
        <p:spPr>
          <a:xfrm>
            <a:off x="6765646" y="6373368"/>
            <a:ext cx="109728" cy="109728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6914693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34" name="Text 29"/>
          <p:cNvSpPr/>
          <p:nvPr/>
        </p:nvSpPr>
        <p:spPr>
          <a:xfrm>
            <a:off x="6921094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35" name="Shape 30"/>
          <p:cNvSpPr/>
          <p:nvPr/>
        </p:nvSpPr>
        <p:spPr>
          <a:xfrm>
            <a:off x="8108899" y="6373368"/>
            <a:ext cx="109728" cy="109728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8257946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37" name="Text 32"/>
          <p:cNvSpPr/>
          <p:nvPr/>
        </p:nvSpPr>
        <p:spPr>
          <a:xfrm>
            <a:off x="8264347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200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584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KC Mamuju</a:t>
            </a:r>
            <a:endParaRPr lang="en-US" sz="18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Teller Service</a:t>
            </a:r>
            <a:endParaRPr lang="en-US" sz="1800" dirty="0"/>
          </a:p>
        </p:txBody>
      </p:sp>
      <p:sp>
        <p:nvSpPr>
          <p:cNvPr id="9" name="Shape 4"/>
          <p:cNvSpPr/>
          <p:nvPr/>
        </p:nvSpPr>
        <p:spPr>
          <a:xfrm>
            <a:off x="4251046" y="2020824"/>
            <a:ext cx="9144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1470355" y="1929384"/>
            <a:ext cx="1089050" cy="879653"/>
          </a:xfrm>
          <a:prstGeom prst="roundRect">
            <a:avLst>
              <a:gd name="adj" fmla="val 18711"/>
            </a:avLst>
          </a:prstGeom>
          <a:ln w="15875">
            <a:solidFill>
              <a:srgbClr val="FFFFFF"/>
            </a:solidFill>
            <a:prstDash val="solid"/>
          </a:ln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0355" y="1929384"/>
            <a:ext cx="1089050" cy="879653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2723998" y="1929384"/>
            <a:ext cx="1481328" cy="879653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Irwan A.</a:t>
            </a:r>
            <a:endParaRPr lang="en-US" sz="1600" dirty="0"/>
          </a:p>
        </p:txBody>
      </p:sp>
      <p:sp>
        <p:nvSpPr>
          <p:cNvPr id="13" name="Shape 7"/>
          <p:cNvSpPr/>
          <p:nvPr/>
        </p:nvSpPr>
        <p:spPr>
          <a:xfrm>
            <a:off x="4317980" y="2186330"/>
            <a:ext cx="2792303" cy="8778"/>
          </a:xfrm>
          <a:prstGeom prst="rect">
            <a:avLst/>
          </a:prstGeom>
          <a:solidFill>
            <a:srgbClr val="7FA0F3"/>
          </a:solidFill>
          <a:ln w="12700">
            <a:solidFill>
              <a:srgbClr val="7FA0F3"/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4317980" y="2195109"/>
            <a:ext cx="2792303" cy="8778"/>
          </a:xfrm>
          <a:prstGeom prst="rect">
            <a:avLst/>
          </a:prstGeom>
          <a:solidFill>
            <a:srgbClr val="6687E7"/>
          </a:solidFill>
          <a:ln w="12700">
            <a:solidFill>
              <a:srgbClr val="6687E7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4317980" y="2203887"/>
            <a:ext cx="2792303" cy="8778"/>
          </a:xfrm>
          <a:prstGeom prst="rect">
            <a:avLst/>
          </a:prstGeom>
          <a:solidFill>
            <a:srgbClr val="4D6EDB"/>
          </a:solidFill>
          <a:ln w="12700">
            <a:solidFill>
              <a:srgbClr val="4D6EDB"/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4317980" y="2212665"/>
            <a:ext cx="2792303" cy="8778"/>
          </a:xfrm>
          <a:prstGeom prst="rect">
            <a:avLst/>
          </a:prstGeom>
          <a:solidFill>
            <a:srgbClr val="3554D0"/>
          </a:solidFill>
          <a:ln w="12700">
            <a:solidFill>
              <a:srgbClr val="3554D0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4317980" y="2221443"/>
            <a:ext cx="2792303" cy="8778"/>
          </a:xfrm>
          <a:prstGeom prst="rect">
            <a:avLst/>
          </a:prstGeom>
          <a:solidFill>
            <a:srgbClr val="1C3BC4"/>
          </a:solidFill>
          <a:ln w="12700">
            <a:solidFill>
              <a:srgbClr val="1C3BC4"/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4317980" y="2230222"/>
            <a:ext cx="2792303" cy="277978"/>
          </a:xfrm>
          <a:prstGeom prst="rect">
            <a:avLst/>
          </a:prstGeom>
          <a:solidFill>
            <a:srgbClr val="0322B8"/>
          </a:solidFill>
          <a:ln w="12700">
            <a:solidFill>
              <a:srgbClr val="0322B8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4317980" y="2508199"/>
            <a:ext cx="2792303" cy="8778"/>
          </a:xfrm>
          <a:prstGeom prst="rect">
            <a:avLst/>
          </a:prstGeom>
          <a:solidFill>
            <a:srgbClr val="1C3BC4"/>
          </a:solidFill>
          <a:ln w="12700">
            <a:solidFill>
              <a:srgbClr val="1C3BC4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4317980" y="2516977"/>
            <a:ext cx="2792303" cy="8778"/>
          </a:xfrm>
          <a:prstGeom prst="rect">
            <a:avLst/>
          </a:prstGeom>
          <a:solidFill>
            <a:srgbClr val="3554D0"/>
          </a:solidFill>
          <a:ln w="12700">
            <a:solidFill>
              <a:srgbClr val="3554D0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4317980" y="2525756"/>
            <a:ext cx="2792303" cy="8778"/>
          </a:xfrm>
          <a:prstGeom prst="rect">
            <a:avLst/>
          </a:prstGeom>
          <a:solidFill>
            <a:srgbClr val="4D6EDB"/>
          </a:solidFill>
          <a:ln w="12700">
            <a:solidFill>
              <a:srgbClr val="4D6EDB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4317980" y="2534534"/>
            <a:ext cx="2792303" cy="8778"/>
          </a:xfrm>
          <a:prstGeom prst="rect">
            <a:avLst/>
          </a:prstGeom>
          <a:solidFill>
            <a:srgbClr val="6687E7"/>
          </a:solidFill>
          <a:ln w="12700">
            <a:solidFill>
              <a:srgbClr val="6687E7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4317980" y="2543312"/>
            <a:ext cx="2792303" cy="8778"/>
          </a:xfrm>
          <a:prstGeom prst="rect">
            <a:avLst/>
          </a:prstGeom>
          <a:solidFill>
            <a:srgbClr val="7FA0F3"/>
          </a:solidFill>
          <a:ln w="12700">
            <a:solidFill>
              <a:srgbClr val="7FA0F3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4317980" y="2186330"/>
            <a:ext cx="2792303" cy="365760"/>
          </a:xfrm>
          <a:prstGeom prst="rect">
            <a:avLst/>
          </a:prstGeom>
          <a:ln w="6350">
            <a:solidFill>
              <a:srgbClr val="D1D1D1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4317980" y="2186330"/>
            <a:ext cx="271915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3,51</a:t>
            </a:r>
            <a:endParaRPr lang="en-US" sz="1800" dirty="0"/>
          </a:p>
        </p:txBody>
      </p:sp>
      <p:sp>
        <p:nvSpPr>
          <p:cNvPr id="26" name="Shape 20"/>
          <p:cNvSpPr/>
          <p:nvPr/>
        </p:nvSpPr>
        <p:spPr>
          <a:xfrm>
            <a:off x="7238299" y="218633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E51B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7238299" y="218633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1200" dirty="0"/>
          </a:p>
        </p:txBody>
      </p:sp>
      <p:sp>
        <p:nvSpPr>
          <p:cNvPr id="28" name="Shape 22"/>
          <p:cNvSpPr/>
          <p:nvPr/>
        </p:nvSpPr>
        <p:spPr>
          <a:xfrm>
            <a:off x="2606040" y="6172200"/>
            <a:ext cx="6273698" cy="658368"/>
          </a:xfrm>
          <a:prstGeom prst="roundRect">
            <a:avLst>
              <a:gd name="adj" fmla="val 240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4828489" y="6048756"/>
            <a:ext cx="1828800" cy="246888"/>
          </a:xfrm>
          <a:prstGeom prst="roundRect">
            <a:avLst>
              <a:gd name="adj" fmla="val 22222"/>
            </a:avLst>
          </a:prstGeom>
          <a:solidFill>
            <a:srgbClr val="0F44BE"/>
          </a:solidFill>
          <a:ln w="12700">
            <a:solidFill>
              <a:srgbClr val="0F44BE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4828489" y="6048756"/>
            <a:ext cx="18288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31" name="Shape 25"/>
          <p:cNvSpPr/>
          <p:nvPr/>
        </p:nvSpPr>
        <p:spPr>
          <a:xfrm>
            <a:off x="2770632" y="6373368"/>
            <a:ext cx="109728" cy="109728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32" name="Text 26"/>
          <p:cNvSpPr/>
          <p:nvPr/>
        </p:nvSpPr>
        <p:spPr>
          <a:xfrm>
            <a:off x="2919679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292608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34" name="Shape 28"/>
          <p:cNvSpPr/>
          <p:nvPr/>
        </p:nvSpPr>
        <p:spPr>
          <a:xfrm>
            <a:off x="4078224" y="6373368"/>
            <a:ext cx="109728" cy="109728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4227271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36" name="Text 30"/>
          <p:cNvSpPr/>
          <p:nvPr/>
        </p:nvSpPr>
        <p:spPr>
          <a:xfrm>
            <a:off x="4233672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37" name="Shape 31"/>
          <p:cNvSpPr/>
          <p:nvPr/>
        </p:nvSpPr>
        <p:spPr>
          <a:xfrm>
            <a:off x="5437022" y="6373368"/>
            <a:ext cx="109728" cy="109728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8" name="Text 32"/>
          <p:cNvSpPr/>
          <p:nvPr/>
        </p:nvSpPr>
        <p:spPr>
          <a:xfrm>
            <a:off x="5586070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39" name="Text 33"/>
          <p:cNvSpPr/>
          <p:nvPr/>
        </p:nvSpPr>
        <p:spPr>
          <a:xfrm>
            <a:off x="559247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40" name="Shape 34"/>
          <p:cNvSpPr/>
          <p:nvPr/>
        </p:nvSpPr>
        <p:spPr>
          <a:xfrm>
            <a:off x="6765646" y="6373368"/>
            <a:ext cx="109728" cy="109728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1" name="Text 35"/>
          <p:cNvSpPr/>
          <p:nvPr/>
        </p:nvSpPr>
        <p:spPr>
          <a:xfrm>
            <a:off x="6914693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42" name="Text 36"/>
          <p:cNvSpPr/>
          <p:nvPr/>
        </p:nvSpPr>
        <p:spPr>
          <a:xfrm>
            <a:off x="6921094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43" name="Shape 37"/>
          <p:cNvSpPr/>
          <p:nvPr/>
        </p:nvSpPr>
        <p:spPr>
          <a:xfrm>
            <a:off x="8108899" y="6373368"/>
            <a:ext cx="109728" cy="109728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44" name="Text 38"/>
          <p:cNvSpPr/>
          <p:nvPr/>
        </p:nvSpPr>
        <p:spPr>
          <a:xfrm>
            <a:off x="8257946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45" name="Text 39"/>
          <p:cNvSpPr/>
          <p:nvPr/>
        </p:nvSpPr>
        <p:spPr>
          <a:xfrm>
            <a:off x="8264347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2026-10-01T11:57:13Z</dcterms:created>
  <dcterms:modified xsi:type="dcterms:W3CDTF">2026-10-01T11:57:13Z</dcterms:modified>
</cp:coreProperties>
</file>