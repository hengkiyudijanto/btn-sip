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KC Mamuju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251046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0355" y="1929384"/>
            <a:ext cx="1089050" cy="87965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723998" y="1929384"/>
            <a:ext cx="1481328" cy="879653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A.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4317980" y="2186330"/>
            <a:ext cx="2792303" cy="12070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317980" y="2198400"/>
            <a:ext cx="2792303" cy="12070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317980" y="2210471"/>
            <a:ext cx="2792303" cy="12070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317980" y="2222541"/>
            <a:ext cx="2792303" cy="12070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317980" y="2234611"/>
            <a:ext cx="2792303" cy="12070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317980" y="2246681"/>
            <a:ext cx="2792303" cy="245059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317980" y="2491740"/>
            <a:ext cx="2792303" cy="12070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317980" y="2503810"/>
            <a:ext cx="2792303" cy="12070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317980" y="2515880"/>
            <a:ext cx="2792303" cy="12070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317980" y="2527950"/>
            <a:ext cx="2792303" cy="12070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317980" y="2540020"/>
            <a:ext cx="2792303" cy="12070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317980" y="2186330"/>
            <a:ext cx="2792303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4317980" y="2186330"/>
            <a:ext cx="271915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7238299" y="218633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7238299" y="218633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34" name="Shape 28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36" name="Text 30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37" name="Shape 31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9" name="Text 33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40" name="Shape 34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42" name="Text 36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43" name="Shape 37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45" name="Text 39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2026-10-01T12:04:41Z</dcterms:created>
  <dcterms:modified xsi:type="dcterms:W3CDTF">2026-10-01T12:04:41Z</dcterms:modified>
</cp:coreProperties>
</file>