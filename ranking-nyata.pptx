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66667"/>
            </a:avLst>
          </a:prstGeom>
          <a:solidFill>
            <a:srgbClr val="D1D1D1"/>
          </a:solidFill>
          <a:ln w="12700">
            <a:solidFill>
              <a:srgbClr val="D1D1D1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828489" y="607618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244 KC MAMUJU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644238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723998" y="1929384"/>
            <a:ext cx="18745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ALLO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4708246" y="2186330"/>
            <a:ext cx="3977640" cy="100584"/>
          </a:xfrm>
          <a:prstGeom prst="rect">
            <a:avLst/>
          </a:prstGeom>
          <a:solidFill>
            <a:srgbClr val="2C4CCC"/>
          </a:solidFill>
          <a:ln w="12700">
            <a:solidFill>
              <a:srgbClr val="2C4CCC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4708246" y="2277770"/>
            <a:ext cx="3977640" cy="192024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708246" y="2460650"/>
            <a:ext cx="3977640" cy="100584"/>
          </a:xfrm>
          <a:prstGeom prst="rect">
            <a:avLst/>
          </a:prstGeom>
          <a:solidFill>
            <a:srgbClr val="2C4CCC"/>
          </a:solidFill>
          <a:ln w="12700">
            <a:solidFill>
              <a:srgbClr val="2C4CCC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708246" y="2186330"/>
            <a:ext cx="3977640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4708246" y="2186330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2000" dirty="0"/>
          </a:p>
        </p:txBody>
      </p:sp>
      <p:sp>
        <p:nvSpPr>
          <p:cNvPr id="18" name="Shape 12"/>
          <p:cNvSpPr/>
          <p:nvPr/>
        </p:nvSpPr>
        <p:spPr>
          <a:xfrm>
            <a:off x="8813902" y="2131466"/>
            <a:ext cx="1188720" cy="475488"/>
          </a:xfrm>
          <a:prstGeom prst="roundRect">
            <a:avLst>
              <a:gd name="adj" fmla="val 53846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8813902" y="2131466"/>
            <a:ext cx="1188720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66667"/>
            </a:avLst>
          </a:prstGeom>
          <a:solidFill>
            <a:srgbClr val="D1D1D1"/>
          </a:solidFill>
          <a:ln w="12700">
            <a:solidFill>
              <a:srgbClr val="D1D1D1"/>
            </a:solidFill>
            <a:prstDash val="solid"/>
          </a:ln>
        </p:spPr>
      </p:sp>
      <p:sp>
        <p:nvSpPr>
          <p:cNvPr id="22" name="Text 16"/>
          <p:cNvSpPr/>
          <p:nvPr/>
        </p:nvSpPr>
        <p:spPr>
          <a:xfrm>
            <a:off x="4828489" y="607618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0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2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3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5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6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29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2026-10-01T08:04:48Z</dcterms:created>
  <dcterms:modified xsi:type="dcterms:W3CDTF">2026-10-01T08:04:48Z</dcterms:modified>
</cp:coreProperties>
</file>