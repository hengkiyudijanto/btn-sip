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3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194442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959" y="1975104"/>
            <a:ext cx="975843" cy="78821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667394" y="1975104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MARINA K.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317980" y="2186330"/>
            <a:ext cx="3428726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198400"/>
            <a:ext cx="3428726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0471"/>
            <a:ext cx="3428726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2541"/>
            <a:ext cx="3428726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4611"/>
            <a:ext cx="3428726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246681"/>
            <a:ext cx="3428726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491740"/>
            <a:ext cx="3428726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03810"/>
            <a:ext cx="3428726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15880"/>
            <a:ext cx="3428726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27950"/>
            <a:ext cx="3428726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540020"/>
            <a:ext cx="3428726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17980" y="2186330"/>
            <a:ext cx="3428726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317980" y="2186330"/>
            <a:ext cx="335557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4,31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7874721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57C00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7874721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8" name="Shape 32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40" name="Text 34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1" name="Shape 35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2" name="Text 36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3" name="Text 37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6" name="Text 40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194442" y="2020824"/>
            <a:ext cx="9144" cy="138257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1526959" y="1975104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959" y="1975104"/>
            <a:ext cx="975843" cy="788213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2667394" y="1975104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HUSNIA P.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317980" y="2186330"/>
            <a:ext cx="3174157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317980" y="2198400"/>
            <a:ext cx="3174157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317980" y="2210471"/>
            <a:ext cx="3174157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317980" y="2222541"/>
            <a:ext cx="3174157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317980" y="2234611"/>
            <a:ext cx="3174157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317980" y="2246681"/>
            <a:ext cx="3174157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317980" y="2491740"/>
            <a:ext cx="3174157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317980" y="2503810"/>
            <a:ext cx="3174157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317980" y="2515880"/>
            <a:ext cx="3174157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17980" y="2527950"/>
            <a:ext cx="3174157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317980" y="2540020"/>
            <a:ext cx="3174157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317980" y="2186330"/>
            <a:ext cx="3174157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317980" y="2186330"/>
            <a:ext cx="310100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3,99</a:t>
            </a:r>
            <a:endParaRPr lang="en-US" sz="1800" dirty="0"/>
          </a:p>
        </p:txBody>
      </p:sp>
      <p:sp>
        <p:nvSpPr>
          <p:cNvPr id="27" name="Shape 21"/>
          <p:cNvSpPr/>
          <p:nvPr/>
        </p:nvSpPr>
        <p:spPr>
          <a:xfrm>
            <a:off x="762015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FFC107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762015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1526959" y="2854757"/>
            <a:ext cx="975843" cy="788213"/>
          </a:xfrm>
          <a:prstGeom prst="roundRect">
            <a:avLst>
              <a:gd name="adj" fmla="val 20882"/>
            </a:avLst>
          </a:prstGeom>
          <a:solidFill>
            <a:srgbClr val="04123F"/>
          </a:solidFill>
          <a:ln w="12700">
            <a:solidFill>
              <a:srgbClr val="04123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1526959" y="2854757"/>
            <a:ext cx="975843" cy="788213"/>
          </a:xfrm>
          <a:prstGeom prst="roundRect">
            <a:avLst>
              <a:gd name="adj" fmla="val 20882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6959" y="2854757"/>
            <a:ext cx="975843" cy="788213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2667394" y="2854757"/>
            <a:ext cx="1481328" cy="78821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4317980" y="3065983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4317980" y="3078053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4317980" y="3090123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4317980" y="3102193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4317980" y="3114264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4317980" y="3126334"/>
            <a:ext cx="2792303" cy="245059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4317980" y="3371393"/>
            <a:ext cx="2792303" cy="12070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4317980" y="3383463"/>
            <a:ext cx="2792303" cy="12070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4317980" y="3395533"/>
            <a:ext cx="2792303" cy="12070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4317980" y="3407603"/>
            <a:ext cx="2792303" cy="12070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4317980" y="3419673"/>
            <a:ext cx="2792303" cy="12070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4317980" y="3065983"/>
            <a:ext cx="2792303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4317980" y="3065983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46" name="Shape 39"/>
          <p:cNvSpPr/>
          <p:nvPr/>
        </p:nvSpPr>
        <p:spPr>
          <a:xfrm>
            <a:off x="7238299" y="3065983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45000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7238299" y="3065983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48" name="Shape 41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50" name="Text 43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51" name="Shape 44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52" name="Text 45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53" name="Text 46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54" name="Shape 47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56" name="Text 49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57" name="Shape 50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58" name="Text 51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59" name="Text 52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60" name="Shape 53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61" name="Text 54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62" name="Text 55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63" name="Shape 56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64" name="Text 57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65" name="Text 58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2026-10-01T12:40:20Z</dcterms:created>
  <dcterms:modified xsi:type="dcterms:W3CDTF">2026-10-01T12:40:20Z</dcterms:modified>
</cp:coreProperties>
</file>