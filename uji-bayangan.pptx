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6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914400"/>
            <a:ext cx="1828800" cy="1097280"/>
          </a:xfrm>
          <a:prstGeom prst="roundRect">
            <a:avLst/>
          </a:prstGeom>
          <a:solidFill>
            <a:srgbClr val="2AABEE"/>
          </a:solidFill>
          <a:ln>
            <a:noFill/>
          </a:ln>
          <a:effectLst>
            <a:outerShdw blurRad="63500" dist="25400" dir="5400000" rotWithShape="0">
              <a:srgbClr val="000000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0" y="914400"/>
            <a:ext cx="1828800" cy="1097280"/>
          </a:xfrm>
          <a:prstGeom prst="roundRect">
            <a:avLst/>
          </a:prstGeom>
          <a:noFill/>
          <a:ln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