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195109"/>
            <a:ext cx="3977640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03887"/>
            <a:ext cx="3977640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12665"/>
            <a:ext cx="3977640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221443"/>
            <a:ext cx="3977640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230222"/>
            <a:ext cx="3977640" cy="277978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08199"/>
            <a:ext cx="3977640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516977"/>
            <a:ext cx="3977640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708246" y="2525756"/>
            <a:ext cx="3977640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708246" y="2534534"/>
            <a:ext cx="3977640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708246" y="2543312"/>
            <a:ext cx="3977640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8813902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813902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2026-10-01T10:24:50Z</dcterms:created>
  <dcterms:modified xsi:type="dcterms:W3CDTF">2026-10-01T10:24:50Z</dcterms:modified>
</cp:coreProperties>
</file>