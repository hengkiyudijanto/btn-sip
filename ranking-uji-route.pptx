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46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384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46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384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Satu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52928" y="2212848"/>
            <a:ext cx="3288000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4,61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6" name="Text 33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46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384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98064" y="2011680"/>
            <a:ext cx="13716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Satu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52928" y="2212848"/>
            <a:ext cx="350910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1792" y="289864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944368"/>
            <a:ext cx="640080" cy="64008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536192" y="289864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Dua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2852928" y="3081528"/>
            <a:ext cx="264609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528816" y="289864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3,71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095744" y="306324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095744" y="306324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32" name="Shape 28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34" name="Text 30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35" name="Shape 31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8" name="Shape 34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40" name="Text 36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2026-10-01T04:12:50Z</dcterms:created>
  <dcterms:modified xsi:type="dcterms:W3CDTF">2026-10-01T04:12:50Z</dcterms:modified>
</cp:coreProperties>
</file>