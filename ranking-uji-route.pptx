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image" Target="../media/image-3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D4112E"/>
          </a:solidFill>
          <a:ln w="12700">
            <a:solidFill>
              <a:srgbClr val="D411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5806440"/>
            <a:ext cx="14386255" cy="822960"/>
          </a:xfrm>
          <a:prstGeom prst="ellipse">
            <a:avLst/>
          </a:prstGeom>
          <a:solidFill>
            <a:srgbClr val="D4112E"/>
          </a:solidFill>
          <a:ln w="12700">
            <a:solidFill>
              <a:srgbClr val="D411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01168"/>
            <a:ext cx="713232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" y="237744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820095" y="201168"/>
            <a:ext cx="1051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btn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0" y="237744"/>
            <a:ext cx="121916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Drill Ranking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0" y="1481328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Uji Ranking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3566160" y="23774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669280" y="2377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566160" y="285292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669280" y="2852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566160" y="3328416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0" y="332841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66160" y="3803904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669280" y="380390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Uji Ranking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66160" y="4279392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669280" y="42793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3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2A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D4112E"/>
          </a:solidFill>
          <a:ln w="12700">
            <a:solidFill>
              <a:srgbClr val="D411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5806440"/>
            <a:ext cx="14386255" cy="822960"/>
          </a:xfrm>
          <a:prstGeom prst="ellipse">
            <a:avLst/>
          </a:prstGeom>
          <a:solidFill>
            <a:srgbClr val="D4112E"/>
          </a:solidFill>
          <a:ln w="12700">
            <a:solidFill>
              <a:srgbClr val="D411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01168"/>
            <a:ext cx="713232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" y="237744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820095" y="201168"/>
            <a:ext cx="1051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btn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0" y="237744"/>
            <a:ext cx="121916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Drill Ranking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4358488" y="1051560"/>
            <a:ext cx="3474720" cy="457200"/>
          </a:xfrm>
          <a:prstGeom prst="roundRect">
            <a:avLst>
              <a:gd name="adj" fmla="val 50000"/>
            </a:avLst>
          </a:prstGeom>
          <a:solidFill>
            <a:srgbClr val="2E5CD6"/>
          </a:solidFill>
          <a:ln w="12700">
            <a:solidFill>
              <a:srgbClr val="2E5CD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358488" y="10515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RO-SMP KANWIL SULAMPUA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0" y="1536192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Service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798064" y="2011680"/>
            <a:ext cx="13716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1792" y="2029968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075688"/>
            <a:ext cx="640080" cy="6400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536192" y="2029968"/>
            <a:ext cx="1234440" cy="731520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Satu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2852928" y="2212848"/>
            <a:ext cx="3288000" cy="365760"/>
          </a:xfrm>
          <a:prstGeom prst="rect">
            <a:avLst/>
          </a:prstGeom>
          <a:solidFill>
            <a:srgbClr val="1E4FC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28816" y="2029968"/>
            <a:ext cx="6583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4,61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7095744" y="2194560"/>
            <a:ext cx="1298448" cy="402336"/>
          </a:xfrm>
          <a:prstGeom prst="roundRect">
            <a:avLst>
              <a:gd name="adj" fmla="val 50000"/>
            </a:avLst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095744" y="2194560"/>
            <a:ext cx="12984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Sangat Baik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5254600" y="5925312"/>
            <a:ext cx="1691640" cy="256032"/>
          </a:xfrm>
          <a:prstGeom prst="roundRect">
            <a:avLst>
              <a:gd name="adj" fmla="val 42857"/>
            </a:avLst>
          </a:prstGeom>
          <a:solidFill>
            <a:srgbClr val="2E5CD6"/>
          </a:solidFill>
          <a:ln w="12700">
            <a:solidFill>
              <a:srgbClr val="2E5CD6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254600" y="5925312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SKALA PENILAIAN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3883000" y="6199632"/>
            <a:ext cx="44348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084168" y="6309360"/>
            <a:ext cx="91440" cy="91440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21218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4,80-5,00</a:t>
            </a:r>
            <a:endParaRPr lang="en-US" sz="700" dirty="0"/>
          </a:p>
        </p:txBody>
      </p:sp>
      <p:sp>
        <p:nvSpPr>
          <p:cNvPr id="24" name="Text 20"/>
          <p:cNvSpPr/>
          <p:nvPr/>
        </p:nvSpPr>
        <p:spPr>
          <a:xfrm>
            <a:off x="421218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Istimewa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4952848" y="6309360"/>
            <a:ext cx="91440" cy="91440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508086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4,60-4,79</a:t>
            </a:r>
            <a:endParaRPr lang="en-US" sz="700" dirty="0"/>
          </a:p>
        </p:txBody>
      </p:sp>
      <p:sp>
        <p:nvSpPr>
          <p:cNvPr id="27" name="Text 23"/>
          <p:cNvSpPr/>
          <p:nvPr/>
        </p:nvSpPr>
        <p:spPr>
          <a:xfrm>
            <a:off x="508086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Sangat Baik</a:t>
            </a:r>
            <a:endParaRPr lang="en-US" sz="700" dirty="0"/>
          </a:p>
        </p:txBody>
      </p:sp>
      <p:sp>
        <p:nvSpPr>
          <p:cNvPr id="28" name="Shape 24"/>
          <p:cNvSpPr/>
          <p:nvPr/>
        </p:nvSpPr>
        <p:spPr>
          <a:xfrm>
            <a:off x="5821528" y="6309360"/>
            <a:ext cx="91440" cy="91440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94954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4,00-4,59</a:t>
            </a:r>
            <a:endParaRPr lang="en-US" sz="700" dirty="0"/>
          </a:p>
        </p:txBody>
      </p:sp>
      <p:sp>
        <p:nvSpPr>
          <p:cNvPr id="30" name="Text 26"/>
          <p:cNvSpPr/>
          <p:nvPr/>
        </p:nvSpPr>
        <p:spPr>
          <a:xfrm>
            <a:off x="594954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Baik</a:t>
            </a:r>
            <a:endParaRPr lang="en-US" sz="700" dirty="0"/>
          </a:p>
        </p:txBody>
      </p:sp>
      <p:sp>
        <p:nvSpPr>
          <p:cNvPr id="31" name="Shape 27"/>
          <p:cNvSpPr/>
          <p:nvPr/>
        </p:nvSpPr>
        <p:spPr>
          <a:xfrm>
            <a:off x="6690208" y="6309360"/>
            <a:ext cx="91440" cy="9144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81822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3,60-3,99</a:t>
            </a:r>
            <a:endParaRPr lang="en-US" sz="700" dirty="0"/>
          </a:p>
        </p:txBody>
      </p:sp>
      <p:sp>
        <p:nvSpPr>
          <p:cNvPr id="33" name="Text 29"/>
          <p:cNvSpPr/>
          <p:nvPr/>
        </p:nvSpPr>
        <p:spPr>
          <a:xfrm>
            <a:off x="681822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Cukup</a:t>
            </a:r>
            <a:endParaRPr lang="en-US" sz="700" dirty="0"/>
          </a:p>
        </p:txBody>
      </p:sp>
      <p:sp>
        <p:nvSpPr>
          <p:cNvPr id="34" name="Shape 30"/>
          <p:cNvSpPr/>
          <p:nvPr/>
        </p:nvSpPr>
        <p:spPr>
          <a:xfrm>
            <a:off x="7558888" y="6309360"/>
            <a:ext cx="91440" cy="91440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68690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&lt;3,59</a:t>
            </a:r>
            <a:endParaRPr lang="en-US" sz="700" dirty="0"/>
          </a:p>
        </p:txBody>
      </p:sp>
      <p:sp>
        <p:nvSpPr>
          <p:cNvPr id="36" name="Text 32"/>
          <p:cNvSpPr/>
          <p:nvPr/>
        </p:nvSpPr>
        <p:spPr>
          <a:xfrm>
            <a:off x="768690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Kurang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A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D4112E"/>
          </a:solidFill>
          <a:ln w="12700">
            <a:solidFill>
              <a:srgbClr val="D411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5806440"/>
            <a:ext cx="14386255" cy="822960"/>
          </a:xfrm>
          <a:prstGeom prst="ellipse">
            <a:avLst/>
          </a:prstGeom>
          <a:solidFill>
            <a:srgbClr val="D4112E"/>
          </a:solidFill>
          <a:ln w="12700">
            <a:solidFill>
              <a:srgbClr val="D411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01168"/>
            <a:ext cx="713232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" y="237744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820095" y="201168"/>
            <a:ext cx="1051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btn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0" y="237744"/>
            <a:ext cx="121916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Drill Ranking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4358488" y="1051560"/>
            <a:ext cx="3474720" cy="457200"/>
          </a:xfrm>
          <a:prstGeom prst="roundRect">
            <a:avLst>
              <a:gd name="adj" fmla="val 50000"/>
            </a:avLst>
          </a:prstGeom>
          <a:solidFill>
            <a:srgbClr val="2E5CD6"/>
          </a:solidFill>
          <a:ln w="12700">
            <a:solidFill>
              <a:srgbClr val="2E5CD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358488" y="10515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RO-SMP KANWIL SULAMPUA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0" y="1536192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Teller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798064" y="2011680"/>
            <a:ext cx="13716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1792" y="2029968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075688"/>
            <a:ext cx="640080" cy="6400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536192" y="2029968"/>
            <a:ext cx="1234440" cy="731520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Teller Satu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2852928" y="2212848"/>
            <a:ext cx="3509101" cy="365760"/>
          </a:xfrm>
          <a:prstGeom prst="rect">
            <a:avLst/>
          </a:prstGeom>
          <a:solidFill>
            <a:srgbClr val="1E4FC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28816" y="2029968"/>
            <a:ext cx="6583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4,92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7095744" y="2194560"/>
            <a:ext cx="1298448" cy="402336"/>
          </a:xfrm>
          <a:prstGeom prst="roundRect">
            <a:avLst>
              <a:gd name="adj" fmla="val 50000"/>
            </a:avLst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095744" y="2194560"/>
            <a:ext cx="12984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Istimewa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21792" y="2898648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2944368"/>
            <a:ext cx="640080" cy="64008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536192" y="2898648"/>
            <a:ext cx="1234440" cy="731520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Teller Dua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2852928" y="3081528"/>
            <a:ext cx="2646091" cy="365760"/>
          </a:xfrm>
          <a:prstGeom prst="rect">
            <a:avLst/>
          </a:prstGeom>
          <a:solidFill>
            <a:srgbClr val="1E4FC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6528816" y="2898648"/>
            <a:ext cx="6583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3,71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7095744" y="3063240"/>
            <a:ext cx="1298448" cy="402336"/>
          </a:xfrm>
          <a:prstGeom prst="roundRect">
            <a:avLst>
              <a:gd name="adj" fmla="val 50000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7095744" y="3063240"/>
            <a:ext cx="12984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Cukup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5254600" y="5925312"/>
            <a:ext cx="1691640" cy="256032"/>
          </a:xfrm>
          <a:prstGeom prst="roundRect">
            <a:avLst>
              <a:gd name="adj" fmla="val 42857"/>
            </a:avLst>
          </a:prstGeom>
          <a:solidFill>
            <a:srgbClr val="2E5CD6"/>
          </a:solidFill>
          <a:ln w="12700">
            <a:solidFill>
              <a:srgbClr val="2E5CD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5254600" y="5925312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SKALA PENILAIAN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3883000" y="6199632"/>
            <a:ext cx="44348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4084168" y="6309360"/>
            <a:ext cx="91440" cy="91440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21218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4,80-5,00</a:t>
            </a:r>
            <a:endParaRPr lang="en-US" sz="700" dirty="0"/>
          </a:p>
        </p:txBody>
      </p:sp>
      <p:sp>
        <p:nvSpPr>
          <p:cNvPr id="31" name="Text 26"/>
          <p:cNvSpPr/>
          <p:nvPr/>
        </p:nvSpPr>
        <p:spPr>
          <a:xfrm>
            <a:off x="421218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Istimewa</a:t>
            </a:r>
            <a:endParaRPr lang="en-US" sz="700" dirty="0"/>
          </a:p>
        </p:txBody>
      </p:sp>
      <p:sp>
        <p:nvSpPr>
          <p:cNvPr id="32" name="Shape 27"/>
          <p:cNvSpPr/>
          <p:nvPr/>
        </p:nvSpPr>
        <p:spPr>
          <a:xfrm>
            <a:off x="4952848" y="6309360"/>
            <a:ext cx="91440" cy="91440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508086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4,60-4,79</a:t>
            </a:r>
            <a:endParaRPr lang="en-US" sz="700" dirty="0"/>
          </a:p>
        </p:txBody>
      </p:sp>
      <p:sp>
        <p:nvSpPr>
          <p:cNvPr id="34" name="Text 29"/>
          <p:cNvSpPr/>
          <p:nvPr/>
        </p:nvSpPr>
        <p:spPr>
          <a:xfrm>
            <a:off x="508086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Sangat Baik</a:t>
            </a:r>
            <a:endParaRPr lang="en-US" sz="700" dirty="0"/>
          </a:p>
        </p:txBody>
      </p:sp>
      <p:sp>
        <p:nvSpPr>
          <p:cNvPr id="35" name="Shape 30"/>
          <p:cNvSpPr/>
          <p:nvPr/>
        </p:nvSpPr>
        <p:spPr>
          <a:xfrm>
            <a:off x="5821528" y="6309360"/>
            <a:ext cx="91440" cy="91440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594954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4,00-4,59</a:t>
            </a:r>
            <a:endParaRPr lang="en-US" sz="700" dirty="0"/>
          </a:p>
        </p:txBody>
      </p:sp>
      <p:sp>
        <p:nvSpPr>
          <p:cNvPr id="37" name="Text 32"/>
          <p:cNvSpPr/>
          <p:nvPr/>
        </p:nvSpPr>
        <p:spPr>
          <a:xfrm>
            <a:off x="594954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Baik</a:t>
            </a:r>
            <a:endParaRPr lang="en-US" sz="700" dirty="0"/>
          </a:p>
        </p:txBody>
      </p:sp>
      <p:sp>
        <p:nvSpPr>
          <p:cNvPr id="38" name="Shape 33"/>
          <p:cNvSpPr/>
          <p:nvPr/>
        </p:nvSpPr>
        <p:spPr>
          <a:xfrm>
            <a:off x="6690208" y="6309360"/>
            <a:ext cx="91440" cy="9144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681822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3,60-3,99</a:t>
            </a:r>
            <a:endParaRPr lang="en-US" sz="700" dirty="0"/>
          </a:p>
        </p:txBody>
      </p:sp>
      <p:sp>
        <p:nvSpPr>
          <p:cNvPr id="40" name="Text 35"/>
          <p:cNvSpPr/>
          <p:nvPr/>
        </p:nvSpPr>
        <p:spPr>
          <a:xfrm>
            <a:off x="681822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Cukup</a:t>
            </a:r>
            <a:endParaRPr lang="en-US" sz="700" dirty="0"/>
          </a:p>
        </p:txBody>
      </p:sp>
      <p:sp>
        <p:nvSpPr>
          <p:cNvPr id="41" name="Shape 36"/>
          <p:cNvSpPr/>
          <p:nvPr/>
        </p:nvSpPr>
        <p:spPr>
          <a:xfrm>
            <a:off x="7558888" y="6309360"/>
            <a:ext cx="91440" cy="91440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768690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&lt;3,59</a:t>
            </a:r>
            <a:endParaRPr lang="en-US" sz="700" dirty="0"/>
          </a:p>
        </p:txBody>
      </p:sp>
      <p:sp>
        <p:nvSpPr>
          <p:cNvPr id="43" name="Text 38"/>
          <p:cNvSpPr/>
          <p:nvPr/>
        </p:nvSpPr>
        <p:spPr>
          <a:xfrm>
            <a:off x="768690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Kurang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2026-10-01T04:28:08Z</dcterms:created>
  <dcterms:modified xsi:type="dcterms:W3CDTF">2026-10-01T04:28:08Z</dcterms:modified>
</cp:coreProperties>
</file>