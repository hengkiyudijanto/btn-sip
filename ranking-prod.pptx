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0B1E6B"/>
          </a:solidFill>
          <a:ln w="12700">
            <a:solidFill>
              <a:srgbClr val="0B1E6B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7925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194255"/>
            <a:ext cx="3977640" cy="7925"/>
          </a:xfrm>
          <a:prstGeom prst="rect">
            <a:avLst/>
          </a:prstGeom>
          <a:solidFill>
            <a:srgbClr val="5676DF"/>
          </a:solidFill>
          <a:ln w="12700">
            <a:solidFill>
              <a:srgbClr val="5676DF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202180"/>
            <a:ext cx="3977640" cy="7925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210105"/>
            <a:ext cx="3977640" cy="318211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528316"/>
            <a:ext cx="3977640" cy="7925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536241"/>
            <a:ext cx="3977640" cy="7925"/>
          </a:xfrm>
          <a:prstGeom prst="rect">
            <a:avLst/>
          </a:prstGeom>
          <a:solidFill>
            <a:srgbClr val="5676DF"/>
          </a:solidFill>
          <a:ln w="12700">
            <a:solidFill>
              <a:srgbClr val="5676DF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708246" y="2544166"/>
            <a:ext cx="3977640" cy="7925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22" name="Shape 16"/>
          <p:cNvSpPr/>
          <p:nvPr/>
        </p:nvSpPr>
        <p:spPr>
          <a:xfrm>
            <a:off x="8813902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8813902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0B1E6B"/>
          </a:solidFill>
          <a:ln w="12700">
            <a:solidFill>
              <a:srgbClr val="0B1E6B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0" name="Shape 24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3" name="Shape 27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6" name="Shape 30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9" name="Shape 33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2026-10-01T08:54:38Z</dcterms:created>
  <dcterms:modified xsi:type="dcterms:W3CDTF">2026-10-01T08:54:38Z</dcterms:modified>
</cp:coreProperties>
</file>