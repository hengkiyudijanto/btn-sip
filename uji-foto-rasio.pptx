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potret-sempit (rasio 0.5)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potret-3-4 (rasio 0.75)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persegi (rasio 1)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sedikit-lebar (rasio 1.25)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lebar (rasio 2)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sangat-lebar (rasio 4)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2026-10-01T11:19:18Z</dcterms:created>
  <dcterms:modified xsi:type="dcterms:W3CDTF">2026-10-01T11:19:18Z</dcterms:modified>
</cp:coreProperties>
</file>