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373989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749040" y="1929384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3739896" y="2186330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739896" y="2186330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8942832" y="2131466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942832" y="2131466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2026-10-01T06:28:03Z</dcterms:created>
  <dcterms:modified xsi:type="dcterms:W3CDTF">2026-10-01T06:28:03Z</dcterms:modified>
</cp:coreProperties>
</file>