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754880" y="5925312"/>
            <a:ext cx="1828800" cy="310896"/>
          </a:xfrm>
          <a:prstGeom prst="roundRect">
            <a:avLst>
              <a:gd name="adj" fmla="val 52941"/>
            </a:avLst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54880" y="5952744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82296"/>
          </a:xfrm>
          <a:prstGeom prst="rect">
            <a:avLst/>
          </a:prstGeom>
          <a:solidFill>
            <a:srgbClr val="6E93F0"/>
          </a:solidFill>
          <a:ln w="12700">
            <a:solidFill>
              <a:srgbClr val="6E93F0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259482"/>
            <a:ext cx="3977640" cy="82296"/>
          </a:xfrm>
          <a:prstGeom prst="rect">
            <a:avLst/>
          </a:prstGeom>
          <a:solidFill>
            <a:srgbClr val="4E76E4"/>
          </a:solidFill>
          <a:ln w="12700">
            <a:solidFill>
              <a:srgbClr val="4E76E4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332634"/>
            <a:ext cx="3977640" cy="82296"/>
          </a:xfrm>
          <a:prstGeom prst="rect">
            <a:avLst/>
          </a:prstGeom>
          <a:solidFill>
            <a:srgbClr val="2E56D4"/>
          </a:solidFill>
          <a:ln w="12700">
            <a:solidFill>
              <a:srgbClr val="2E56D4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405786"/>
            <a:ext cx="3977640" cy="82296"/>
          </a:xfrm>
          <a:prstGeom prst="rect">
            <a:avLst/>
          </a:prstGeom>
          <a:solidFill>
            <a:srgbClr val="4E76E4"/>
          </a:solidFill>
          <a:ln w="12700">
            <a:solidFill>
              <a:srgbClr val="4E76E4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08246" y="2478938"/>
            <a:ext cx="3977640" cy="82296"/>
          </a:xfrm>
          <a:prstGeom prst="rect">
            <a:avLst/>
          </a:prstGeom>
          <a:solidFill>
            <a:srgbClr val="6E93F0"/>
          </a:solidFill>
          <a:ln w="12700">
            <a:solidFill>
              <a:srgbClr val="6E93F0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2000" dirty="0"/>
          </a:p>
        </p:txBody>
      </p:sp>
      <p:sp>
        <p:nvSpPr>
          <p:cNvPr id="20" name="Shape 14"/>
          <p:cNvSpPr/>
          <p:nvPr/>
        </p:nvSpPr>
        <p:spPr>
          <a:xfrm>
            <a:off x="8813902" y="2131466"/>
            <a:ext cx="1188720" cy="475488"/>
          </a:xfrm>
          <a:prstGeom prst="roundRect">
            <a:avLst>
              <a:gd name="adj" fmla="val 53846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8813902" y="2131466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754880" y="5925312"/>
            <a:ext cx="1828800" cy="310896"/>
          </a:xfrm>
          <a:prstGeom prst="roundRect">
            <a:avLst>
              <a:gd name="adj" fmla="val 52941"/>
            </a:avLst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4754880" y="5952744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1" name="Shape 25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2026-10-01T06:59:50Z</dcterms:created>
  <dcterms:modified xsi:type="dcterms:W3CDTF">2026-10-01T06:59:50Z</dcterms:modified>
</cp:coreProperties>
</file>