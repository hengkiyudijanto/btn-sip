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posisi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Teller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IRWAN ALLO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Istimewa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Baik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&lt;3,59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2026-10-01T05:49:39Z</dcterms:created>
  <dcterms:modified xsi:type="dcterms:W3CDTF">2026-10-01T05:49:39Z</dcterms:modified>
</cp:coreProperties>
</file>