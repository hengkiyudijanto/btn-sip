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94442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667394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Marina Kadir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428726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428726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3555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4,31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874721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874721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40" name="Text 34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3" name="Text 37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94442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667394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Husnia Paraditha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174157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174157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1010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3,99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62015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62015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6959" y="2854757"/>
            <a:ext cx="975843" cy="78821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67394" y="2854757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317980" y="306598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317980" y="307805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317980" y="309012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317980" y="310219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4317980" y="3114264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4317980" y="3126334"/>
            <a:ext cx="2792303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4317980" y="3371393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4317980" y="338346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317980" y="339553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4317980" y="340760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4317980" y="341967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4317980" y="3065983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317980" y="3065983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46" name="Shape 39"/>
          <p:cNvSpPr/>
          <p:nvPr/>
        </p:nvSpPr>
        <p:spPr>
          <a:xfrm>
            <a:off x="7238299" y="3065983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7238299" y="3065983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51" name="Shape 44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56" name="Text 49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57" name="Shape 50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59" name="Text 52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1" name="Text 54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62" name="Text 55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64" name="Text 57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2026-10-01T13:53:34Z</dcterms:created>
  <dcterms:modified xsi:type="dcterms:W3CDTF">2026-10-01T13:53:34Z</dcterms:modified>
</cp:coreProperties>
</file>