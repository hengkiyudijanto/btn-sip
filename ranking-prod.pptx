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200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584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KC MAMUJU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A.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2792303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2792303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2792303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2792303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2792303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2792303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271915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240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2026-10-01T10:53:18Z</dcterms:created>
  <dcterms:modified xsi:type="dcterms:W3CDTF">2026-10-01T10:53:18Z</dcterms:modified>
</cp:coreProperties>
</file>