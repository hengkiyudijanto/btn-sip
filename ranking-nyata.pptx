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16810"/>
            <a:ext cx="3977640" cy="39624"/>
          </a:xfrm>
          <a:prstGeom prst="rect">
            <a:avLst/>
          </a:prstGeom>
          <a:solidFill>
            <a:srgbClr val="5A82EA"/>
          </a:solidFill>
          <a:ln w="12700">
            <a:solidFill>
              <a:srgbClr val="5A82E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47290"/>
            <a:ext cx="3977640" cy="39624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60650"/>
            <a:ext cx="3977640" cy="39624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491130"/>
            <a:ext cx="3977640" cy="39624"/>
          </a:xfrm>
          <a:prstGeom prst="rect">
            <a:avLst/>
          </a:prstGeom>
          <a:solidFill>
            <a:srgbClr val="5A82EA"/>
          </a:solidFill>
          <a:ln w="12700">
            <a:solidFill>
              <a:srgbClr val="5A82E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2161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2026-10-01T07:07:43Z</dcterms:created>
  <dcterms:modified xsi:type="dcterms:W3CDTF">2026-10-01T07:07:43Z</dcterms:modified>
</cp:coreProperties>
</file>