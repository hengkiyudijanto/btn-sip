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5925312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2AABEE"/>
          </a:solidFill>
          <a:ln w="12700">
            <a:solidFill>
              <a:srgbClr val="2AABE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59527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28489" y="5925312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2AABEE"/>
          </a:solidFill>
          <a:ln w="12700">
            <a:solidFill>
              <a:srgbClr val="2AABEE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828489" y="59527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2026-10-01T07:58:45Z</dcterms:created>
  <dcterms:modified xsi:type="dcterms:W3CDTF">2026-10-01T07:58:45Z</dcterms:modified>
</cp:coreProperties>
</file>