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A8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172200"/>
            <a:ext cx="12191695" cy="685800"/>
          </a:xfrm>
          <a:prstGeom prst="rect">
            <a:avLst/>
          </a:prstGeom>
          <a:solidFill>
            <a:srgbClr val="D4112E"/>
          </a:solidFill>
          <a:ln w="12700">
            <a:solidFill>
              <a:srgbClr val="D4112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097280" y="5806440"/>
            <a:ext cx="14386255" cy="822960"/>
          </a:xfrm>
          <a:prstGeom prst="ellipse">
            <a:avLst/>
          </a:prstGeom>
          <a:solidFill>
            <a:srgbClr val="D4112E"/>
          </a:solidFill>
          <a:ln w="12700">
            <a:solidFill>
              <a:srgbClr val="D4112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146304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Danantara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20040" y="38404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Indonesia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820095" y="201168"/>
            <a:ext cx="1051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btn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0" y="237744"/>
            <a:ext cx="1219169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Drill Ranking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0" y="1481328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Minggu ke-4 September 2026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3566160" y="237744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Jenis kantor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669280" y="23774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Semua jenis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566160" y="2852928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/ cabang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669280" y="2852928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Semua unit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566160" y="3328416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Posisi dinilai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669280" y="3328416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Semua posisi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566160" y="3803904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Periode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669280" y="3803904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Minggu ke-4 September 2026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566160" y="4279392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peserta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669280" y="4279392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1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2A8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172200"/>
            <a:ext cx="12191695" cy="685800"/>
          </a:xfrm>
          <a:prstGeom prst="rect">
            <a:avLst/>
          </a:prstGeom>
          <a:solidFill>
            <a:srgbClr val="D4112E"/>
          </a:solidFill>
          <a:ln w="12700">
            <a:solidFill>
              <a:srgbClr val="D4112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097280" y="5806440"/>
            <a:ext cx="14386255" cy="822960"/>
          </a:xfrm>
          <a:prstGeom prst="ellipse">
            <a:avLst/>
          </a:prstGeom>
          <a:solidFill>
            <a:srgbClr val="D4112E"/>
          </a:solidFill>
          <a:ln w="12700">
            <a:solidFill>
              <a:srgbClr val="D4112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146304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Danantara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20040" y="38404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Indonesia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820095" y="201168"/>
            <a:ext cx="1051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btn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0" y="237744"/>
            <a:ext cx="1219169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Drill Ranking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4358488" y="1051560"/>
            <a:ext cx="3474720" cy="457200"/>
          </a:xfrm>
          <a:prstGeom prst="roundRect">
            <a:avLst>
              <a:gd name="adj" fmla="val 50000"/>
            </a:avLst>
          </a:prstGeom>
          <a:solidFill>
            <a:srgbClr val="2E5CD6"/>
          </a:solidFill>
          <a:ln w="12700">
            <a:solidFill>
              <a:srgbClr val="2E5CD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358488" y="105156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244 KC MAMUJU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0" y="1536192"/>
            <a:ext cx="121916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Teller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2798064" y="2011680"/>
            <a:ext cx="13716" cy="7589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" y="2029968"/>
            <a:ext cx="731520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2075688"/>
            <a:ext cx="640080" cy="640080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1536192" y="2029968"/>
            <a:ext cx="1234440" cy="731520"/>
          </a:xfrm>
          <a:prstGeom prst="rect">
            <a:avLst/>
          </a:prstGeom>
          <a:noFill/>
          <a:ln/>
        </p:spPr>
        <p:txBody>
          <a:bodyPr wrap="non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IRWAN ALLO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852928" y="2212848"/>
            <a:ext cx="2503444" cy="365760"/>
          </a:xfrm>
          <a:prstGeom prst="rect">
            <a:avLst/>
          </a:prstGeom>
          <a:solidFill>
            <a:srgbClr val="1E4FC8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528816" y="2029968"/>
            <a:ext cx="65836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3,51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7095744" y="2194560"/>
            <a:ext cx="1298448" cy="402336"/>
          </a:xfrm>
          <a:prstGeom prst="roundRect">
            <a:avLst>
              <a:gd name="adj" fmla="val 50000"/>
            </a:avLst>
          </a:prstGeom>
          <a:solidFill>
            <a:srgbClr val="E51B2B"/>
          </a:solidFill>
          <a:ln w="12700">
            <a:solidFill>
              <a:srgbClr val="E51B2B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095744" y="2194560"/>
            <a:ext cx="12984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Kurang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5254600" y="5925312"/>
            <a:ext cx="1691640" cy="256032"/>
          </a:xfrm>
          <a:prstGeom prst="roundRect">
            <a:avLst>
              <a:gd name="adj" fmla="val 42857"/>
            </a:avLst>
          </a:prstGeom>
          <a:solidFill>
            <a:srgbClr val="2E5CD6"/>
          </a:solidFill>
          <a:ln w="12700">
            <a:solidFill>
              <a:srgbClr val="2E5CD6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254600" y="5925312"/>
            <a:ext cx="1691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SKALA PENILAIAN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3883000" y="6199632"/>
            <a:ext cx="443484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4084168" y="6309360"/>
            <a:ext cx="91440" cy="91440"/>
          </a:xfrm>
          <a:prstGeom prst="ellipse">
            <a:avLst/>
          </a:prstGeom>
          <a:solidFill>
            <a:srgbClr val="00B050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212184" y="6263640"/>
            <a:ext cx="71323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4,80-5,00</a:t>
            </a:r>
            <a:endParaRPr lang="en-US" sz="700" dirty="0"/>
          </a:p>
        </p:txBody>
      </p:sp>
      <p:sp>
        <p:nvSpPr>
          <p:cNvPr id="24" name="Text 21"/>
          <p:cNvSpPr/>
          <p:nvPr/>
        </p:nvSpPr>
        <p:spPr>
          <a:xfrm>
            <a:off x="4212184" y="6409944"/>
            <a:ext cx="71323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Istimewa</a:t>
            </a:r>
            <a:endParaRPr lang="en-US" sz="700" dirty="0"/>
          </a:p>
        </p:txBody>
      </p:sp>
      <p:sp>
        <p:nvSpPr>
          <p:cNvPr id="25" name="Shape 22"/>
          <p:cNvSpPr/>
          <p:nvPr/>
        </p:nvSpPr>
        <p:spPr>
          <a:xfrm>
            <a:off x="4952848" y="6309360"/>
            <a:ext cx="91440" cy="91440"/>
          </a:xfrm>
          <a:prstGeom prst="ellipse">
            <a:avLst/>
          </a:prstGeom>
          <a:solidFill>
            <a:srgbClr val="66BB6A"/>
          </a:solidFill>
          <a:ln w="12700">
            <a:solidFill>
              <a:srgbClr val="66BB6A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5080864" y="6263640"/>
            <a:ext cx="71323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4,60-4,79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5080864" y="6409944"/>
            <a:ext cx="71323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Sangat Baik</a:t>
            </a:r>
            <a:endParaRPr lang="en-US" sz="700" dirty="0"/>
          </a:p>
        </p:txBody>
      </p:sp>
      <p:sp>
        <p:nvSpPr>
          <p:cNvPr id="28" name="Shape 25"/>
          <p:cNvSpPr/>
          <p:nvPr/>
        </p:nvSpPr>
        <p:spPr>
          <a:xfrm>
            <a:off x="5821528" y="6309360"/>
            <a:ext cx="91440" cy="91440"/>
          </a:xfrm>
          <a:prstGeom prst="ellipse">
            <a:avLst/>
          </a:prstGeom>
          <a:solidFill>
            <a:srgbClr val="F57C00"/>
          </a:solidFill>
          <a:ln w="12700">
            <a:solidFill>
              <a:srgbClr val="F57C00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5949544" y="6263640"/>
            <a:ext cx="71323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4,00-4,59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5949544" y="6409944"/>
            <a:ext cx="71323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Baik</a:t>
            </a:r>
            <a:endParaRPr lang="en-US" sz="700" dirty="0"/>
          </a:p>
        </p:txBody>
      </p:sp>
      <p:sp>
        <p:nvSpPr>
          <p:cNvPr id="31" name="Shape 28"/>
          <p:cNvSpPr/>
          <p:nvPr/>
        </p:nvSpPr>
        <p:spPr>
          <a:xfrm>
            <a:off x="6690208" y="6309360"/>
            <a:ext cx="91440" cy="91440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818224" y="6263640"/>
            <a:ext cx="71323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3,60-3,99</a:t>
            </a:r>
            <a:endParaRPr lang="en-US" sz="700" dirty="0"/>
          </a:p>
        </p:txBody>
      </p:sp>
      <p:sp>
        <p:nvSpPr>
          <p:cNvPr id="33" name="Text 30"/>
          <p:cNvSpPr/>
          <p:nvPr/>
        </p:nvSpPr>
        <p:spPr>
          <a:xfrm>
            <a:off x="6818224" y="6409944"/>
            <a:ext cx="71323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Cukup</a:t>
            </a:r>
            <a:endParaRPr lang="en-US" sz="700" dirty="0"/>
          </a:p>
        </p:txBody>
      </p:sp>
      <p:sp>
        <p:nvSpPr>
          <p:cNvPr id="34" name="Shape 31"/>
          <p:cNvSpPr/>
          <p:nvPr/>
        </p:nvSpPr>
        <p:spPr>
          <a:xfrm>
            <a:off x="7558888" y="6309360"/>
            <a:ext cx="91440" cy="91440"/>
          </a:xfrm>
          <a:prstGeom prst="ellipse">
            <a:avLst/>
          </a:prstGeom>
          <a:solidFill>
            <a:srgbClr val="E51B2B"/>
          </a:solidFill>
          <a:ln w="12700">
            <a:solidFill>
              <a:srgbClr val="E51B2B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7686904" y="6263640"/>
            <a:ext cx="71323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&lt;3,59</a:t>
            </a:r>
            <a:endParaRPr lang="en-US" sz="700" dirty="0"/>
          </a:p>
        </p:txBody>
      </p:sp>
      <p:sp>
        <p:nvSpPr>
          <p:cNvPr id="36" name="Text 33"/>
          <p:cNvSpPr/>
          <p:nvPr/>
        </p:nvSpPr>
        <p:spPr>
          <a:xfrm>
            <a:off x="7686904" y="6409944"/>
            <a:ext cx="71323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Kurang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2026-10-01T04:12:34Z</dcterms:created>
  <dcterms:modified xsi:type="dcterms:W3CDTF">2026-10-01T04:12:34Z</dcterms:modified>
</cp:coreProperties>
</file>