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251046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5" y="1929384"/>
            <a:ext cx="1089050" cy="87965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481328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317980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317980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186330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317980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238299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38299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2026-10-01T11:58:48Z</dcterms:created>
  <dcterms:modified xsi:type="dcterms:W3CDTF">2026-10-01T11:58:48Z</dcterms:modified>
</cp:coreProperties>
</file>