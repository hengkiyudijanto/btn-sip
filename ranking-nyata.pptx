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1970" cy="6858000"/>
  <p:notesSz cx="6858000" cy="1219197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jpe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Semua unit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Semua posisi</a:t>
            </a:r>
            <a:endParaRPr lang="en-US" sz="1800" dirty="0"/>
          </a:p>
        </p:txBody>
      </p:sp>
      <p:sp>
        <p:nvSpPr>
          <p:cNvPr id="9" name="Text 4"/>
          <p:cNvSpPr/>
          <p:nvPr/>
        </p:nvSpPr>
        <p:spPr>
          <a:xfrm>
            <a:off x="3269894" y="2176272"/>
            <a:ext cx="56921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Minggu ke-4 September 2026</a:t>
            </a:r>
            <a:endParaRPr lang="en-US" sz="1800" dirty="0"/>
          </a:p>
        </p:txBody>
      </p:sp>
      <p:sp>
        <p:nvSpPr>
          <p:cNvPr id="10" name="Text 5"/>
          <p:cNvSpPr/>
          <p:nvPr/>
        </p:nvSpPr>
        <p:spPr>
          <a:xfrm>
            <a:off x="3566160" y="2697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Jenis kantor</a:t>
            </a:r>
            <a:endParaRPr lang="en-US" sz="1400" dirty="0"/>
          </a:p>
        </p:txBody>
      </p:sp>
      <p:sp>
        <p:nvSpPr>
          <p:cNvPr id="11" name="Text 6"/>
          <p:cNvSpPr/>
          <p:nvPr/>
        </p:nvSpPr>
        <p:spPr>
          <a:xfrm>
            <a:off x="5669280" y="26974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jenis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3566160" y="31546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/ cabang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5669280" y="31546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unit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3566160" y="36118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Posisi dinilai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69280" y="36118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Semua posisi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3566160" y="40690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Periode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5669280" y="4069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Minggu ke-4 September 2026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3566160" y="45262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Jumlah peserta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669280" y="45262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1</a:t>
            </a:r>
            <a:endParaRPr lang="en-US" sz="1400" dirty="0"/>
          </a:p>
        </p:txBody>
      </p:sp>
      <p:sp>
        <p:nvSpPr>
          <p:cNvPr id="20" name="Shape 15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754880" y="5925312"/>
            <a:ext cx="1828800" cy="310896"/>
          </a:xfrm>
          <a:prstGeom prst="roundRect">
            <a:avLst>
              <a:gd name="adj" fmla="val 52941"/>
            </a:avLst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54880" y="595274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9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20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1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2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3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7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8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30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1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2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226A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-28346"/>
            <a:ext cx="12191970" cy="698693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5" y="403250"/>
            <a:ext cx="1624889" cy="404165"/>
          </a:xfrm>
          <a:prstGeom prst="rect">
            <a:avLst/>
          </a:prstGeom>
        </p:spPr>
      </p:pic>
      <p:pic>
        <p:nvPicPr>
          <p:cNvPr id="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234" y="-74066"/>
            <a:ext cx="1369771" cy="1358798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3269894" y="314554"/>
            <a:ext cx="5692140" cy="76901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Service Drill Ranking</a:t>
            </a:r>
            <a:endParaRPr lang="en-US" sz="4400" dirty="0"/>
          </a:p>
        </p:txBody>
      </p:sp>
      <p:sp>
        <p:nvSpPr>
          <p:cNvPr id="6" name="Shape 1"/>
          <p:cNvSpPr/>
          <p:nvPr/>
        </p:nvSpPr>
        <p:spPr>
          <a:xfrm>
            <a:off x="4607662" y="1151230"/>
            <a:ext cx="2991002" cy="461772"/>
          </a:xfrm>
          <a:prstGeom prst="roundRect">
            <a:avLst>
              <a:gd name="adj" fmla="val 19802"/>
            </a:avLst>
          </a:prstGeom>
          <a:ln w="15875">
            <a:solidFill>
              <a:srgbClr val="FFFFFF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4607662" y="1151230"/>
            <a:ext cx="2991002" cy="46177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244 KC MAMUJU</a:t>
            </a:r>
            <a:endParaRPr lang="en-US" sz="2000" dirty="0"/>
          </a:p>
        </p:txBody>
      </p:sp>
      <p:sp>
        <p:nvSpPr>
          <p:cNvPr id="8" name="Text 3"/>
          <p:cNvSpPr/>
          <p:nvPr/>
        </p:nvSpPr>
        <p:spPr>
          <a:xfrm>
            <a:off x="4772254" y="1681582"/>
            <a:ext cx="2648102" cy="36941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Teller Service</a:t>
            </a:r>
            <a:endParaRPr lang="en-US" sz="1800" dirty="0"/>
          </a:p>
        </p:txBody>
      </p:sp>
      <p:sp>
        <p:nvSpPr>
          <p:cNvPr id="9" name="Shape 4"/>
          <p:cNvSpPr/>
          <p:nvPr/>
        </p:nvSpPr>
        <p:spPr>
          <a:xfrm>
            <a:off x="4644238" y="2020824"/>
            <a:ext cx="9144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1470355" y="1929384"/>
            <a:ext cx="1089050" cy="879653"/>
          </a:xfrm>
          <a:prstGeom prst="roundRect">
            <a:avLst>
              <a:gd name="adj" fmla="val 18711"/>
            </a:avLst>
          </a:prstGeom>
          <a:ln w="15875">
            <a:solidFill>
              <a:srgbClr val="FFFFFF"/>
            </a:solidFill>
            <a:prstDash val="solid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6075" y="1975104"/>
            <a:ext cx="997610" cy="78821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2723998" y="1929384"/>
            <a:ext cx="1874520" cy="879653"/>
          </a:xfrm>
          <a:prstGeom prst="rect">
            <a:avLst/>
          </a:prstGeom>
          <a:noFill/>
          <a:ln/>
        </p:spPr>
        <p:txBody>
          <a:bodyPr wrap="none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IRWAN ALLO</a:t>
            </a:r>
            <a:endParaRPr lang="en-US" sz="1600" dirty="0"/>
          </a:p>
        </p:txBody>
      </p:sp>
      <p:sp>
        <p:nvSpPr>
          <p:cNvPr id="13" name="Shape 7"/>
          <p:cNvSpPr/>
          <p:nvPr/>
        </p:nvSpPr>
        <p:spPr>
          <a:xfrm>
            <a:off x="4708246" y="2186330"/>
            <a:ext cx="3977640" cy="100584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4708246" y="2277770"/>
            <a:ext cx="3977640" cy="192024"/>
          </a:xfrm>
          <a:prstGeom prst="rect">
            <a:avLst/>
          </a:prstGeom>
          <a:solidFill>
            <a:srgbClr val="0322B8"/>
          </a:solidFill>
          <a:ln w="12700">
            <a:solidFill>
              <a:srgbClr val="0322B8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4708246" y="2460650"/>
            <a:ext cx="3977640" cy="100584"/>
          </a:xfrm>
          <a:prstGeom prst="rect">
            <a:avLst/>
          </a:prstGeom>
          <a:solidFill>
            <a:srgbClr val="2C4CCC"/>
          </a:solidFill>
          <a:ln w="12700">
            <a:solidFill>
              <a:srgbClr val="2C4CCC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4708246" y="2186330"/>
            <a:ext cx="3977640" cy="365760"/>
          </a:xfrm>
          <a:prstGeom prst="rect">
            <a:avLst/>
          </a:prstGeom>
          <a:ln w="6350">
            <a:solidFill>
              <a:srgbClr val="D1D1D1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4708246" y="2186330"/>
            <a:ext cx="3886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3,51</a:t>
            </a:r>
            <a:endParaRPr lang="en-US" sz="2000" dirty="0"/>
          </a:p>
        </p:txBody>
      </p:sp>
      <p:sp>
        <p:nvSpPr>
          <p:cNvPr id="18" name="Shape 12"/>
          <p:cNvSpPr/>
          <p:nvPr/>
        </p:nvSpPr>
        <p:spPr>
          <a:xfrm>
            <a:off x="8813902" y="2131466"/>
            <a:ext cx="1188720" cy="475488"/>
          </a:xfrm>
          <a:prstGeom prst="roundRect">
            <a:avLst>
              <a:gd name="adj" fmla="val 53846"/>
            </a:avLst>
          </a:prstGeom>
          <a:solidFill>
            <a:srgbClr val="E51B2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8813902" y="2131466"/>
            <a:ext cx="1188720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2606040" y="6172200"/>
            <a:ext cx="6273698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754880" y="5925312"/>
            <a:ext cx="1828800" cy="310896"/>
          </a:xfrm>
          <a:prstGeom prst="roundRect">
            <a:avLst>
              <a:gd name="adj" fmla="val 52941"/>
            </a:avLst>
          </a:prstGeom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6"/>
          <p:cNvSpPr/>
          <p:nvPr/>
        </p:nvSpPr>
        <p:spPr>
          <a:xfrm>
            <a:off x="4754880" y="5952744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SKALA PENILAIAN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2770632" y="6373368"/>
            <a:ext cx="109728" cy="109728"/>
          </a:xfrm>
          <a:prstGeom prst="ellipse">
            <a:avLst/>
          </a:prstGeom>
          <a:solidFill>
            <a:srgbClr val="00B050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2919679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4,80-5,00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292608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Istimewa</a:t>
            </a:r>
            <a:endParaRPr lang="en-US" sz="850" dirty="0"/>
          </a:p>
        </p:txBody>
      </p:sp>
      <p:sp>
        <p:nvSpPr>
          <p:cNvPr id="26" name="Shape 20"/>
          <p:cNvSpPr/>
          <p:nvPr/>
        </p:nvSpPr>
        <p:spPr>
          <a:xfrm>
            <a:off x="4078224" y="6373368"/>
            <a:ext cx="109728" cy="109728"/>
          </a:xfrm>
          <a:prstGeom prst="ellipse">
            <a:avLst/>
          </a:prstGeom>
          <a:solidFill>
            <a:srgbClr val="66BB6A"/>
          </a:solidFill>
          <a:ln w="12700">
            <a:solidFill>
              <a:srgbClr val="66BB6A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227271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4,60-4,79</a:t>
            </a:r>
            <a:endParaRPr lang="en-US" sz="1000" dirty="0"/>
          </a:p>
        </p:txBody>
      </p:sp>
      <p:sp>
        <p:nvSpPr>
          <p:cNvPr id="28" name="Text 22"/>
          <p:cNvSpPr/>
          <p:nvPr/>
        </p:nvSpPr>
        <p:spPr>
          <a:xfrm>
            <a:off x="4233672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Sangat Baik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5437022" y="6373368"/>
            <a:ext cx="109728" cy="109728"/>
          </a:xfrm>
          <a:prstGeom prst="ellipse">
            <a:avLst/>
          </a:prstGeom>
          <a:solidFill>
            <a:srgbClr val="F57C00"/>
          </a:solidFill>
          <a:ln w="12700">
            <a:solidFill>
              <a:srgbClr val="F57C00"/>
            </a:solidFill>
            <a:prstDash val="solid"/>
          </a:ln>
        </p:spPr>
      </p:sp>
      <p:sp>
        <p:nvSpPr>
          <p:cNvPr id="30" name="Text 24"/>
          <p:cNvSpPr/>
          <p:nvPr/>
        </p:nvSpPr>
        <p:spPr>
          <a:xfrm>
            <a:off x="5586070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4,00-4,59</a:t>
            </a:r>
            <a:endParaRPr lang="en-US" sz="1000" dirty="0"/>
          </a:p>
        </p:txBody>
      </p:sp>
      <p:sp>
        <p:nvSpPr>
          <p:cNvPr id="31" name="Text 25"/>
          <p:cNvSpPr/>
          <p:nvPr/>
        </p:nvSpPr>
        <p:spPr>
          <a:xfrm>
            <a:off x="5592470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Baik</a:t>
            </a:r>
            <a:endParaRPr lang="en-US" sz="850" dirty="0"/>
          </a:p>
        </p:txBody>
      </p:sp>
      <p:sp>
        <p:nvSpPr>
          <p:cNvPr id="32" name="Shape 26"/>
          <p:cNvSpPr/>
          <p:nvPr/>
        </p:nvSpPr>
        <p:spPr>
          <a:xfrm>
            <a:off x="6765646" y="6373368"/>
            <a:ext cx="109728" cy="109728"/>
          </a:xfrm>
          <a:prstGeom prst="ellipse">
            <a:avLst/>
          </a:prstGeom>
          <a:solidFill>
            <a:srgbClr val="FFC107"/>
          </a:solidFill>
          <a:ln w="12700">
            <a:solidFill>
              <a:srgbClr val="FFC107"/>
            </a:solidFill>
            <a:prstDash val="solid"/>
          </a:ln>
        </p:spPr>
      </p:sp>
      <p:sp>
        <p:nvSpPr>
          <p:cNvPr id="33" name="Text 27"/>
          <p:cNvSpPr/>
          <p:nvPr/>
        </p:nvSpPr>
        <p:spPr>
          <a:xfrm>
            <a:off x="6914693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3,60-3,99</a:t>
            </a:r>
            <a:endParaRPr lang="en-US" sz="1000" dirty="0"/>
          </a:p>
        </p:txBody>
      </p:sp>
      <p:sp>
        <p:nvSpPr>
          <p:cNvPr id="34" name="Text 28"/>
          <p:cNvSpPr/>
          <p:nvPr/>
        </p:nvSpPr>
        <p:spPr>
          <a:xfrm>
            <a:off x="6921094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Cukup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8108899" y="6373368"/>
            <a:ext cx="109728" cy="109728"/>
          </a:xfrm>
          <a:prstGeom prst="ellipse">
            <a:avLst/>
          </a:prstGeom>
          <a:solidFill>
            <a:srgbClr val="E51B2B"/>
          </a:solidFill>
          <a:ln w="12700">
            <a:solidFill>
              <a:srgbClr val="E51B2B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8257946" y="6316675"/>
            <a:ext cx="777240" cy="24597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b="1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&lt;3,59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8264347" y="6501384"/>
            <a:ext cx="960120" cy="16459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142D6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Kurang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2026-10-01T07:45:45Z</dcterms:created>
  <dcterms:modified xsi:type="dcterms:W3CDTF">2026-10-01T07:45:45Z</dcterms:modified>
</cp:coreProperties>
</file>