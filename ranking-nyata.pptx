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200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584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Semua posisi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1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240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22222"/>
            </a:avLst>
          </a:prstGeom>
          <a:solidFill>
            <a:srgbClr val="0F44BE"/>
          </a:solidFill>
          <a:ln w="12700">
            <a:solidFill>
              <a:srgbClr val="0F44BE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200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584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KC MAMUJU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Teller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4644238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2723998" y="1929384"/>
            <a:ext cx="1874520" cy="879653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A.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4708246" y="2186330"/>
            <a:ext cx="2792303" cy="8778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4708246" y="2195109"/>
            <a:ext cx="2792303" cy="8778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708246" y="2203887"/>
            <a:ext cx="2792303" cy="8778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708246" y="2212665"/>
            <a:ext cx="2792303" cy="8778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708246" y="2221443"/>
            <a:ext cx="2792303" cy="8778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4708246" y="2230222"/>
            <a:ext cx="2792303" cy="277978"/>
          </a:xfrm>
          <a:prstGeom prst="rect">
            <a:avLst/>
          </a:prstGeom>
          <a:solidFill>
            <a:srgbClr val="0322B8"/>
          </a:solidFill>
          <a:ln w="12700">
            <a:solidFill>
              <a:srgbClr val="0322B8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708246" y="2508199"/>
            <a:ext cx="2792303" cy="8778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708246" y="2516977"/>
            <a:ext cx="2792303" cy="8778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708246" y="2525756"/>
            <a:ext cx="2792303" cy="8778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708246" y="2534534"/>
            <a:ext cx="2792303" cy="8778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4708246" y="2543312"/>
            <a:ext cx="2792303" cy="8778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708246" y="2186330"/>
            <a:ext cx="3977640" cy="365760"/>
          </a:xfrm>
          <a:prstGeom prst="rect">
            <a:avLst/>
          </a:prstGeom>
          <a:ln w="6350">
            <a:solidFill>
              <a:srgbClr val="D1D1D1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4708246" y="2186330"/>
            <a:ext cx="271915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8813902" y="218633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813902" y="218633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240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22222"/>
            </a:avLst>
          </a:prstGeom>
          <a:solidFill>
            <a:srgbClr val="0F44BE"/>
          </a:solidFill>
          <a:ln w="12700">
            <a:solidFill>
              <a:srgbClr val="0F44BE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34" name="Shape 28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36" name="Text 30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37" name="Shape 31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8" name="Text 32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9" name="Text 33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40" name="Shape 34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42" name="Text 36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43" name="Shape 37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44" name="Text 38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45" name="Text 39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2026-10-01T10:51:59Z</dcterms:created>
  <dcterms:modified xsi:type="dcterms:W3CDTF">2026-10-01T10:51:59Z</dcterms:modified>
</cp:coreProperties>
</file>