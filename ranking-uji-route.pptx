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image" Target="../media/image-3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Uji Ranking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Uji Ranking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3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RO-SMP KANWIL SULAMPUA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 Satu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66BB6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RO-SMP KANWIL SULAMPUA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138257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Satu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4,92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00B05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470355" y="2809037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6075" y="2854757"/>
            <a:ext cx="997610" cy="78821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49040" y="2809037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Dua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3739896" y="3065983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/>
          <p:nvPr/>
        </p:nvSpPr>
        <p:spPr>
          <a:xfrm>
            <a:off x="3739896" y="3065983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3,71</a:t>
            </a:r>
            <a:endParaRPr lang="en-US" sz="2000" dirty="0"/>
          </a:p>
        </p:txBody>
      </p:sp>
      <p:sp>
        <p:nvSpPr>
          <p:cNvPr id="22" name="Shape 15"/>
          <p:cNvSpPr/>
          <p:nvPr/>
        </p:nvSpPr>
        <p:spPr>
          <a:xfrm>
            <a:off x="8942832" y="3011119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FFC10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8942832" y="3011119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3" name="Shape 26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6" name="Shape 29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9" name="Shape 32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1" name="Text 34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2026-10-01T06:23:39Z</dcterms:created>
  <dcterms:modified xsi:type="dcterms:W3CDTF">2026-10-01T06:23:39Z</dcterms:modified>
</cp:coreProperties>
</file>