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970" cy="6858000"/>
  <p:notesSz cx="6858000" cy="1219197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Semua unit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Semua posisi</a:t>
            </a:r>
            <a:endParaRPr lang="en-US" sz="1800" dirty="0"/>
          </a:p>
        </p:txBody>
      </p:sp>
      <p:sp>
        <p:nvSpPr>
          <p:cNvPr id="9" name="Text 4"/>
          <p:cNvSpPr/>
          <p:nvPr/>
        </p:nvSpPr>
        <p:spPr>
          <a:xfrm>
            <a:off x="3269894" y="2176272"/>
            <a:ext cx="56921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Minggu ke-4 September 2026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3566160" y="2697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Jenis kantor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566928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jenis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356616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/ cabang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66928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unit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356616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Posisi dinilai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692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posisi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566160" y="4069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566928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Minggu ke-4 September 2026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3566160" y="45262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Jumlah peserta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669280" y="4526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1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2606040" y="5605272"/>
            <a:ext cx="6273698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754880" y="5358384"/>
            <a:ext cx="1828800" cy="310896"/>
          </a:xfrm>
          <a:prstGeom prst="roundRect">
            <a:avLst>
              <a:gd name="adj" fmla="val 52941"/>
            </a:avLst>
          </a:prstGeom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754880" y="5385816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2770632" y="5806440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2919679" y="5749747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2926080" y="5934456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4078224" y="5806440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227271" y="5749747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4233672" y="5934456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5437022" y="5806440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586070" y="5749747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5592470" y="5934456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2" name="Shape 27"/>
          <p:cNvSpPr/>
          <p:nvPr/>
        </p:nvSpPr>
        <p:spPr>
          <a:xfrm>
            <a:off x="6765646" y="5806440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914693" y="5749747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6921094" y="5934456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5" name="Shape 30"/>
          <p:cNvSpPr/>
          <p:nvPr/>
        </p:nvSpPr>
        <p:spPr>
          <a:xfrm>
            <a:off x="8108899" y="5806440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8257946" y="5749747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8264347" y="5934456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244 KC MAMUJU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Teller Service</a:t>
            </a:r>
            <a:endParaRPr lang="en-US" sz="1800" dirty="0"/>
          </a:p>
        </p:txBody>
      </p:sp>
      <p:sp>
        <p:nvSpPr>
          <p:cNvPr id="9" name="Shape 4"/>
          <p:cNvSpPr/>
          <p:nvPr/>
        </p:nvSpPr>
        <p:spPr>
          <a:xfrm>
            <a:off x="4644238" y="2020824"/>
            <a:ext cx="9144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470355" y="1929384"/>
            <a:ext cx="1089050" cy="879653"/>
          </a:xfrm>
          <a:prstGeom prst="roundRect">
            <a:avLst>
              <a:gd name="adj" fmla="val 18711"/>
            </a:avLst>
          </a:prstGeom>
          <a:ln w="15875">
            <a:solidFill>
              <a:srgbClr val="FFFFF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6075" y="1975104"/>
            <a:ext cx="997610" cy="78821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2723998" y="1929384"/>
            <a:ext cx="1874520" cy="879653"/>
          </a:xfrm>
          <a:prstGeom prst="rect">
            <a:avLst/>
          </a:prstGeom>
          <a:noFill/>
          <a:ln/>
        </p:spPr>
        <p:txBody>
          <a:bodyPr wrap="none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IRWAN ALLO</a:t>
            </a:r>
            <a:endParaRPr lang="en-US" sz="1600" dirty="0"/>
          </a:p>
        </p:txBody>
      </p:sp>
      <p:sp>
        <p:nvSpPr>
          <p:cNvPr id="13" name="Shape 7"/>
          <p:cNvSpPr/>
          <p:nvPr/>
        </p:nvSpPr>
        <p:spPr>
          <a:xfrm>
            <a:off x="4708246" y="2186330"/>
            <a:ext cx="3977640" cy="82296"/>
          </a:xfrm>
          <a:prstGeom prst="rect">
            <a:avLst/>
          </a:prstGeom>
          <a:solidFill>
            <a:srgbClr val="4E7BE8"/>
          </a:solidFill>
          <a:ln w="12700">
            <a:solidFill>
              <a:srgbClr val="4E7BE8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4708246" y="2259482"/>
            <a:ext cx="3977640" cy="82296"/>
          </a:xfrm>
          <a:prstGeom prst="rect">
            <a:avLst/>
          </a:prstGeom>
          <a:solidFill>
            <a:srgbClr val="3D68DF"/>
          </a:solidFill>
          <a:ln w="12700">
            <a:solidFill>
              <a:srgbClr val="3D68DF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708246" y="2332634"/>
            <a:ext cx="3977640" cy="82296"/>
          </a:xfrm>
          <a:prstGeom prst="rect">
            <a:avLst/>
          </a:prstGeom>
          <a:solidFill>
            <a:srgbClr val="2E56D4"/>
          </a:solidFill>
          <a:ln w="12700">
            <a:solidFill>
              <a:srgbClr val="2E56D4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4708246" y="2405786"/>
            <a:ext cx="3977640" cy="82296"/>
          </a:xfrm>
          <a:prstGeom prst="rect">
            <a:avLst/>
          </a:prstGeom>
          <a:solidFill>
            <a:srgbClr val="2348C4"/>
          </a:solidFill>
          <a:ln w="12700">
            <a:solidFill>
              <a:srgbClr val="2348C4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4708246" y="2478938"/>
            <a:ext cx="3977640" cy="82296"/>
          </a:xfrm>
          <a:prstGeom prst="rect">
            <a:avLst/>
          </a:prstGeom>
          <a:solidFill>
            <a:srgbClr val="1B3AAE"/>
          </a:solidFill>
          <a:ln w="12700">
            <a:solidFill>
              <a:srgbClr val="1B3AAE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4708246" y="2186330"/>
            <a:ext cx="3977640" cy="365760"/>
          </a:xfrm>
          <a:prstGeom prst="rect">
            <a:avLst/>
          </a:prstGeom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4708246" y="2186330"/>
            <a:ext cx="3886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3,51</a:t>
            </a:r>
            <a:endParaRPr lang="en-US" sz="2000" dirty="0"/>
          </a:p>
        </p:txBody>
      </p:sp>
      <p:sp>
        <p:nvSpPr>
          <p:cNvPr id="20" name="Shape 14"/>
          <p:cNvSpPr/>
          <p:nvPr/>
        </p:nvSpPr>
        <p:spPr>
          <a:xfrm>
            <a:off x="8813902" y="2131466"/>
            <a:ext cx="1188720" cy="475488"/>
          </a:xfrm>
          <a:prstGeom prst="roundRect">
            <a:avLst>
              <a:gd name="adj" fmla="val 53846"/>
            </a:avLst>
          </a:prstGeom>
          <a:solidFill>
            <a:srgbClr val="E51B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8813902" y="2131466"/>
            <a:ext cx="1188720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2606040" y="5605272"/>
            <a:ext cx="6273698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4754880" y="5358384"/>
            <a:ext cx="1828800" cy="310896"/>
          </a:xfrm>
          <a:prstGeom prst="roundRect">
            <a:avLst>
              <a:gd name="adj" fmla="val 52941"/>
            </a:avLst>
          </a:prstGeom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4754880" y="5385816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5" name="Shape 19"/>
          <p:cNvSpPr/>
          <p:nvPr/>
        </p:nvSpPr>
        <p:spPr>
          <a:xfrm>
            <a:off x="2770632" y="5806440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2919679" y="5749747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7" name="Text 21"/>
          <p:cNvSpPr/>
          <p:nvPr/>
        </p:nvSpPr>
        <p:spPr>
          <a:xfrm>
            <a:off x="2926080" y="5934456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8" name="Shape 22"/>
          <p:cNvSpPr/>
          <p:nvPr/>
        </p:nvSpPr>
        <p:spPr>
          <a:xfrm>
            <a:off x="4078224" y="5806440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4227271" y="5749747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4233672" y="5934456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31" name="Shape 25"/>
          <p:cNvSpPr/>
          <p:nvPr/>
        </p:nvSpPr>
        <p:spPr>
          <a:xfrm>
            <a:off x="5437022" y="5806440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5586070" y="5749747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5592470" y="5934456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4" name="Shape 28"/>
          <p:cNvSpPr/>
          <p:nvPr/>
        </p:nvSpPr>
        <p:spPr>
          <a:xfrm>
            <a:off x="6765646" y="5806440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914693" y="5749747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6" name="Text 30"/>
          <p:cNvSpPr/>
          <p:nvPr/>
        </p:nvSpPr>
        <p:spPr>
          <a:xfrm>
            <a:off x="6921094" y="5934456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7" name="Shape 31"/>
          <p:cNvSpPr/>
          <p:nvPr/>
        </p:nvSpPr>
        <p:spPr>
          <a:xfrm>
            <a:off x="8108899" y="5806440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8" name="Text 32"/>
          <p:cNvSpPr/>
          <p:nvPr/>
        </p:nvSpPr>
        <p:spPr>
          <a:xfrm>
            <a:off x="8257946" y="5749747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9" name="Text 33"/>
          <p:cNvSpPr/>
          <p:nvPr/>
        </p:nvSpPr>
        <p:spPr>
          <a:xfrm>
            <a:off x="8264347" y="5934456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2026-10-01T06:52:30Z</dcterms:created>
  <dcterms:modified xsi:type="dcterms:W3CDTF">2026-10-01T06:52:30Z</dcterms:modified>
</cp:coreProperties>
</file>