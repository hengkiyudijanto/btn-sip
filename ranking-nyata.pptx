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5605272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358384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38581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5806440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5806440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5806440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5806440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5806440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2296"/>
          </a:xfrm>
          <a:prstGeom prst="rect">
            <a:avLst/>
          </a:prstGeom>
          <a:solidFill>
            <a:srgbClr val="4E7BE8"/>
          </a:solidFill>
          <a:ln w="12700">
            <a:solidFill>
              <a:srgbClr val="4E7BE8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59482"/>
            <a:ext cx="3977640" cy="82296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332634"/>
            <a:ext cx="3977640" cy="82296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405786"/>
            <a:ext cx="3977640" cy="82296"/>
          </a:xfrm>
          <a:prstGeom prst="rect">
            <a:avLst/>
          </a:prstGeom>
          <a:solidFill>
            <a:srgbClr val="2348C4"/>
          </a:solidFill>
          <a:ln w="12700">
            <a:solidFill>
              <a:srgbClr val="2348C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78938"/>
            <a:ext cx="3977640" cy="82296"/>
          </a:xfrm>
          <a:prstGeom prst="rect">
            <a:avLst/>
          </a:prstGeom>
          <a:solidFill>
            <a:srgbClr val="1B3AAE"/>
          </a:solidFill>
          <a:ln w="12700">
            <a:solidFill>
              <a:srgbClr val="1B3AAE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2606040" y="5605272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54880" y="5358384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754880" y="538581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2770632" y="5806440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2919679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292608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078224" y="5806440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4227271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4233672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437022" y="5806440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586070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59247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6765646" y="5806440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14693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6921094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8108899" y="5806440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8257946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8264347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2026-10-01T06:50:33Z</dcterms:created>
  <dcterms:modified xsi:type="dcterms:W3CDTF">2026-10-01T06:50:33Z</dcterms:modified>
</cp:coreProperties>
</file>