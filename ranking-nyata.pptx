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970" cy="6858000"/>
  <p:notesSz cx="6858000" cy="1219197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Semua unit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Semua posisi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1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66667"/>
            </a:avLst>
          </a:prstGeom>
          <a:solidFill>
            <a:srgbClr val="0B1E6B"/>
          </a:solidFill>
          <a:ln w="12700">
            <a:solidFill>
              <a:srgbClr val="0B1E6B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244 KC MAMUJU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Teller Service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4644238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075" y="1975104"/>
            <a:ext cx="997610" cy="7882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2723998" y="1929384"/>
            <a:ext cx="1874520" cy="879653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IRWAN ALLO</a:t>
            </a:r>
            <a:endParaRPr lang="en-US" sz="1600" dirty="0"/>
          </a:p>
        </p:txBody>
      </p:sp>
      <p:sp>
        <p:nvSpPr>
          <p:cNvPr id="13" name="Shape 7"/>
          <p:cNvSpPr/>
          <p:nvPr/>
        </p:nvSpPr>
        <p:spPr>
          <a:xfrm>
            <a:off x="4708246" y="2186330"/>
            <a:ext cx="3977640" cy="100584"/>
          </a:xfrm>
          <a:prstGeom prst="rect">
            <a:avLst/>
          </a:prstGeom>
          <a:solidFill>
            <a:srgbClr val="2C4CCC"/>
          </a:solidFill>
          <a:ln w="12700">
            <a:solidFill>
              <a:srgbClr val="2C4CCC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4708246" y="2277770"/>
            <a:ext cx="3977640" cy="192024"/>
          </a:xfrm>
          <a:prstGeom prst="rect">
            <a:avLst/>
          </a:prstGeom>
          <a:solidFill>
            <a:srgbClr val="0322B8"/>
          </a:solidFill>
          <a:ln w="12700">
            <a:solidFill>
              <a:srgbClr val="0322B8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708246" y="2460650"/>
            <a:ext cx="3977640" cy="100584"/>
          </a:xfrm>
          <a:prstGeom prst="rect">
            <a:avLst/>
          </a:prstGeom>
          <a:solidFill>
            <a:srgbClr val="2C4CCC"/>
          </a:solidFill>
          <a:ln w="12700">
            <a:solidFill>
              <a:srgbClr val="2C4CCC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4708246" y="2186330"/>
            <a:ext cx="3977640" cy="365760"/>
          </a:xfrm>
          <a:prstGeom prst="rect">
            <a:avLst/>
          </a:prstGeom>
          <a:ln w="6350">
            <a:solidFill>
              <a:srgbClr val="D1D1D1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4708246" y="2186330"/>
            <a:ext cx="3886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3,51</a:t>
            </a:r>
            <a:endParaRPr lang="en-US" sz="2000" dirty="0"/>
          </a:p>
        </p:txBody>
      </p:sp>
      <p:sp>
        <p:nvSpPr>
          <p:cNvPr id="18" name="Shape 12"/>
          <p:cNvSpPr/>
          <p:nvPr/>
        </p:nvSpPr>
        <p:spPr>
          <a:xfrm>
            <a:off x="8813902" y="2131466"/>
            <a:ext cx="1188720" cy="475488"/>
          </a:xfrm>
          <a:prstGeom prst="roundRect">
            <a:avLst>
              <a:gd name="adj" fmla="val 53846"/>
            </a:avLst>
          </a:prstGeom>
          <a:solidFill>
            <a:srgbClr val="E51B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8813902" y="2131466"/>
            <a:ext cx="1188720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66667"/>
            </a:avLst>
          </a:prstGeom>
          <a:solidFill>
            <a:srgbClr val="0B1E6B"/>
          </a:solidFill>
          <a:ln w="12700">
            <a:solidFill>
              <a:srgbClr val="0B1E6B"/>
            </a:solidFill>
            <a:prstDash val="solid"/>
          </a:ln>
        </p:spPr>
      </p:sp>
      <p:sp>
        <p:nvSpPr>
          <p:cNvPr id="22" name="Text 16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0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2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3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5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6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29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2026-10-01T08:38:41Z</dcterms:created>
  <dcterms:modified xsi:type="dcterms:W3CDTF">2026-10-01T08:38:41Z</dcterms:modified>
</cp:coreProperties>
</file>