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25104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481328" cy="87965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A.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317980" y="2186330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317980" y="2195109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317980" y="2203887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317980" y="2212665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317980" y="2221443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317980" y="2230222"/>
            <a:ext cx="2792303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17980" y="2508199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317980" y="2516977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317980" y="2525756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317980" y="2534534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17980" y="2543312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317980" y="2186330"/>
            <a:ext cx="2792303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317980" y="2186330"/>
            <a:ext cx="27191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238299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238299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2026-10-01T11:05:01Z</dcterms:created>
  <dcterms:modified xsi:type="dcterms:W3CDTF">2026-10-01T11:05:01Z</dcterms:modified>
</cp:coreProperties>
</file>