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D1D1D1"/>
          </a:solidFill>
          <a:ln w="12700">
            <a:solidFill>
              <a:srgbClr val="D1D1D1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761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D1D1D1"/>
          </a:solidFill>
          <a:ln w="12700">
            <a:solidFill>
              <a:srgbClr val="D1D1D1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828489" y="60761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2026-10-01T08:05:54Z</dcterms:created>
  <dcterms:modified xsi:type="dcterms:W3CDTF">2026-10-01T08:05:54Z</dcterms:modified>
</cp:coreProperties>
</file>