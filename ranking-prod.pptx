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A.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2792303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195109"/>
            <a:ext cx="2792303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203887"/>
            <a:ext cx="2792303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212665"/>
            <a:ext cx="2792303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221443"/>
            <a:ext cx="2792303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230222"/>
            <a:ext cx="2792303" cy="277978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708246" y="2508199"/>
            <a:ext cx="2792303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08246" y="2516977"/>
            <a:ext cx="2792303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708246" y="2525756"/>
            <a:ext cx="2792303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708246" y="2534534"/>
            <a:ext cx="2792303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708246" y="2543312"/>
            <a:ext cx="2792303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708246" y="2186330"/>
            <a:ext cx="2792303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4708246" y="2186330"/>
            <a:ext cx="271915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7628565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628565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0" name="Shape 34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3" name="Shape 37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2026-10-01T10:59:27Z</dcterms:created>
  <dcterms:modified xsi:type="dcterms:W3CDTF">2026-10-01T10:59:27Z</dcterms:modified>
</cp:coreProperties>
</file>