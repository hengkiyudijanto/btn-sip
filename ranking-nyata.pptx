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970" cy="6858000"/>
  <p:notesSz cx="6858000" cy="1219197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Semua unit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Semua posisi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Minggu ke-4 September 2026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Minggu ke-4 September 2026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1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832811" y="5922569"/>
            <a:ext cx="6273698" cy="905256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5100980" y="5748833"/>
            <a:ext cx="1737360" cy="274320"/>
          </a:xfrm>
          <a:prstGeom prst="roundRect">
            <a:avLst>
              <a:gd name="adj" fmla="val 33333"/>
            </a:avLst>
          </a:prstGeom>
          <a:solidFill>
            <a:srgbClr val="2E4FD6"/>
          </a:solidFill>
          <a:ln w="12700">
            <a:solidFill>
              <a:srgbClr val="2E4FD6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5100980" y="5748833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924251" y="6196889"/>
            <a:ext cx="118872" cy="118872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307055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307055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178991" y="6196889"/>
            <a:ext cx="118872" cy="118872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32529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32529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433731" y="6196889"/>
            <a:ext cx="118872" cy="118872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003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58003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7"/>
          <p:cNvSpPr/>
          <p:nvPr/>
        </p:nvSpPr>
        <p:spPr>
          <a:xfrm>
            <a:off x="6688470" y="6196889"/>
            <a:ext cx="118872" cy="118872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834774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6834774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7943210" y="6196889"/>
            <a:ext cx="118872" cy="118872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089514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8089514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244 KC MAMUJU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Teller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3739896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solidFill>
            <a:srgbClr val="2E4FD6"/>
          </a:solidFill>
          <a:ln w="15875">
            <a:solidFill>
              <a:srgbClr val="FFFF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075" y="1975104"/>
            <a:ext cx="997610" cy="78821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3749040" y="1929384"/>
            <a:ext cx="2103120" cy="879653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IRWAN ALLO</a:t>
            </a:r>
            <a:endParaRPr lang="en-US" sz="1600" dirty="0"/>
          </a:p>
        </p:txBody>
      </p:sp>
      <p:sp>
        <p:nvSpPr>
          <p:cNvPr id="13" name="Shape 7"/>
          <p:cNvSpPr/>
          <p:nvPr/>
        </p:nvSpPr>
        <p:spPr>
          <a:xfrm>
            <a:off x="3739896" y="2186330"/>
            <a:ext cx="4626864" cy="365760"/>
          </a:xfrm>
          <a:prstGeom prst="rect">
            <a:avLst/>
          </a:prstGeom>
          <a:solidFill>
            <a:srgbClr val="1226A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8"/>
          <p:cNvSpPr/>
          <p:nvPr/>
        </p:nvSpPr>
        <p:spPr>
          <a:xfrm>
            <a:off x="3739896" y="2186330"/>
            <a:ext cx="4535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3,51</a:t>
            </a:r>
            <a:endParaRPr lang="en-US" sz="2000" dirty="0"/>
          </a:p>
        </p:txBody>
      </p:sp>
      <p:sp>
        <p:nvSpPr>
          <p:cNvPr id="15" name="Shape 9"/>
          <p:cNvSpPr/>
          <p:nvPr/>
        </p:nvSpPr>
        <p:spPr>
          <a:xfrm>
            <a:off x="8942832" y="2131466"/>
            <a:ext cx="1207008" cy="475488"/>
          </a:xfrm>
          <a:prstGeom prst="roundRect">
            <a:avLst>
              <a:gd name="adj" fmla="val 53846"/>
            </a:avLst>
          </a:prstGeom>
          <a:solidFill>
            <a:srgbClr val="E51B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0"/>
          <p:cNvSpPr/>
          <p:nvPr/>
        </p:nvSpPr>
        <p:spPr>
          <a:xfrm>
            <a:off x="8942832" y="2131466"/>
            <a:ext cx="1207008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2832811" y="5922569"/>
            <a:ext cx="6273698" cy="905256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5100980" y="5748833"/>
            <a:ext cx="1737360" cy="274320"/>
          </a:xfrm>
          <a:prstGeom prst="roundRect">
            <a:avLst>
              <a:gd name="adj" fmla="val 33333"/>
            </a:avLst>
          </a:prstGeom>
          <a:solidFill>
            <a:srgbClr val="2E4FD6"/>
          </a:solidFill>
          <a:ln w="12700">
            <a:solidFill>
              <a:srgbClr val="2E4FD6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5100980" y="5748833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2924251" y="6196889"/>
            <a:ext cx="118872" cy="118872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07055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2" name="Text 16"/>
          <p:cNvSpPr/>
          <p:nvPr/>
        </p:nvSpPr>
        <p:spPr>
          <a:xfrm>
            <a:off x="307055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3" name="Shape 17"/>
          <p:cNvSpPr/>
          <p:nvPr/>
        </p:nvSpPr>
        <p:spPr>
          <a:xfrm>
            <a:off x="4178991" y="6196889"/>
            <a:ext cx="118872" cy="118872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432529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32529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6" name="Shape 20"/>
          <p:cNvSpPr/>
          <p:nvPr/>
        </p:nvSpPr>
        <p:spPr>
          <a:xfrm>
            <a:off x="5433731" y="6196889"/>
            <a:ext cx="118872" cy="118872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558003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28" name="Text 22"/>
          <p:cNvSpPr/>
          <p:nvPr/>
        </p:nvSpPr>
        <p:spPr>
          <a:xfrm>
            <a:off x="558003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29" name="Shape 23"/>
          <p:cNvSpPr/>
          <p:nvPr/>
        </p:nvSpPr>
        <p:spPr>
          <a:xfrm>
            <a:off x="6688470" y="6196889"/>
            <a:ext cx="118872" cy="118872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6834774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1" name="Text 25"/>
          <p:cNvSpPr/>
          <p:nvPr/>
        </p:nvSpPr>
        <p:spPr>
          <a:xfrm>
            <a:off x="6834774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2" name="Shape 26"/>
          <p:cNvSpPr/>
          <p:nvPr/>
        </p:nvSpPr>
        <p:spPr>
          <a:xfrm>
            <a:off x="7943210" y="6196889"/>
            <a:ext cx="118872" cy="118872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8089514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8089514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2026-10-01T06:23:20Z</dcterms:created>
  <dcterms:modified xsi:type="dcterms:W3CDTF">2026-10-01T06:23:20Z</dcterms:modified>
</cp:coreProperties>
</file>