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20371" b="2037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25104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481328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317980" y="2186330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317980" y="2195109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203887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2665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1443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0222"/>
            <a:ext cx="2792303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508199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516977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25756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34534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43312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186330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317980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238299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238299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2026-10-01T11:22:05Z</dcterms:created>
  <dcterms:modified xsi:type="dcterms:W3CDTF">2026-10-01T11:22:05Z</dcterms:modified>
</cp:coreProperties>
</file>