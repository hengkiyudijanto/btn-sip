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7925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4255"/>
            <a:ext cx="3977640" cy="7925"/>
          </a:xfrm>
          <a:prstGeom prst="rect">
            <a:avLst/>
          </a:prstGeom>
          <a:solidFill>
            <a:srgbClr val="5676DF"/>
          </a:solidFill>
          <a:ln w="12700">
            <a:solidFill>
              <a:srgbClr val="5676DF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2180"/>
            <a:ext cx="3977640" cy="7925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0105"/>
            <a:ext cx="3977640" cy="318211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528316"/>
            <a:ext cx="3977640" cy="7925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536241"/>
            <a:ext cx="3977640" cy="7925"/>
          </a:xfrm>
          <a:prstGeom prst="rect">
            <a:avLst/>
          </a:prstGeom>
          <a:solidFill>
            <a:srgbClr val="5676DF"/>
          </a:solidFill>
          <a:ln w="12700">
            <a:solidFill>
              <a:srgbClr val="5676DF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44166"/>
            <a:ext cx="3977640" cy="7925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2" name="Shape 16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66667"/>
            </a:avLst>
          </a:prstGeom>
          <a:solidFill>
            <a:srgbClr val="0B1E6B"/>
          </a:solidFill>
          <a:ln w="12700">
            <a:solidFill>
              <a:srgbClr val="0B1E6B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2" name="Text 26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6" name="Shape 30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7" name="Text 31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8" name="Text 32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9" name="Shape 33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2026-10-01T08:48:59Z</dcterms:created>
  <dcterms:modified xsi:type="dcterms:W3CDTF">2026-10-01T08:48:59Z</dcterms:modified>
</cp:coreProperties>
</file>