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195109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203887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212665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17" name="Shape 11"/>
          <p:cNvSpPr/>
          <p:nvPr/>
        </p:nvSpPr>
        <p:spPr>
          <a:xfrm>
            <a:off x="4708246" y="2221443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18" name="Shape 12"/>
          <p:cNvSpPr/>
          <p:nvPr/>
        </p:nvSpPr>
        <p:spPr>
          <a:xfrm>
            <a:off x="4708246" y="2230222"/>
            <a:ext cx="3977640" cy="277978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708246" y="2508199"/>
            <a:ext cx="3977640" cy="8778"/>
          </a:xfrm>
          <a:prstGeom prst="rect">
            <a:avLst/>
          </a:prstGeom>
          <a:solidFill>
            <a:srgbClr val="1C3BC4"/>
          </a:solidFill>
          <a:ln w="12700">
            <a:solidFill>
              <a:srgbClr val="1C3BC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08246" y="2516977"/>
            <a:ext cx="3977640" cy="8778"/>
          </a:xfrm>
          <a:prstGeom prst="rect">
            <a:avLst/>
          </a:prstGeom>
          <a:solidFill>
            <a:srgbClr val="3554D0"/>
          </a:solidFill>
          <a:ln w="12700">
            <a:solidFill>
              <a:srgbClr val="3554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08246" y="2525756"/>
            <a:ext cx="3977640" cy="8778"/>
          </a:xfrm>
          <a:prstGeom prst="rect">
            <a:avLst/>
          </a:prstGeom>
          <a:solidFill>
            <a:srgbClr val="4D6EDB"/>
          </a:solidFill>
          <a:ln w="12700">
            <a:solidFill>
              <a:srgbClr val="4D6EDB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4708246" y="2534534"/>
            <a:ext cx="3977640" cy="8778"/>
          </a:xfrm>
          <a:prstGeom prst="rect">
            <a:avLst/>
          </a:prstGeom>
          <a:solidFill>
            <a:srgbClr val="6687E7"/>
          </a:solidFill>
          <a:ln w="12700">
            <a:solidFill>
              <a:srgbClr val="6687E7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708246" y="2543312"/>
            <a:ext cx="3977640" cy="8778"/>
          </a:xfrm>
          <a:prstGeom prst="rect">
            <a:avLst/>
          </a:prstGeom>
          <a:solidFill>
            <a:srgbClr val="7FA0F3"/>
          </a:solidFill>
          <a:ln w="12700">
            <a:solidFill>
              <a:srgbClr val="7FA0F3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1800" dirty="0"/>
          </a:p>
        </p:txBody>
      </p:sp>
      <p:sp>
        <p:nvSpPr>
          <p:cNvPr id="26" name="Shape 20"/>
          <p:cNvSpPr/>
          <p:nvPr/>
        </p:nvSpPr>
        <p:spPr>
          <a:xfrm>
            <a:off x="8813902" y="2186330"/>
            <a:ext cx="1188720" cy="365760"/>
          </a:xfrm>
          <a:prstGeom prst="roundRect">
            <a:avLst>
              <a:gd name="adj" fmla="val 50000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813902" y="218633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4828489" y="6048756"/>
            <a:ext cx="1828800" cy="246888"/>
          </a:xfrm>
          <a:prstGeom prst="roundRect">
            <a:avLst>
              <a:gd name="adj" fmla="val 22222"/>
            </a:avLst>
          </a:prstGeom>
          <a:solidFill>
            <a:srgbClr val="0F44BE"/>
          </a:solidFill>
          <a:ln w="12700">
            <a:solidFill>
              <a:srgbClr val="0F44BE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4828489" y="6048756"/>
            <a:ext cx="18288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34" name="Shape 28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36" name="Text 30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8" name="Text 32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9" name="Text 33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40" name="Shape 34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42" name="Text 36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43" name="Shape 37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45" name="Text 39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2026-10-01T10:17:06Z</dcterms:created>
  <dcterms:modified xsi:type="dcterms:W3CDTF">2026-10-01T10:17:06Z</dcterms:modified>
</cp:coreProperties>
</file>