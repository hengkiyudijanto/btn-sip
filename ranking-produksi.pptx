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7048287"/>
  <p:notesSz cx="7048287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048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Drill Ranking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148132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ke-4 September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56616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kantor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Semua jenis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2852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/ cabang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2852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Semua unit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66160" y="33284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dinilai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0" y="33284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Semua posisi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38039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69280" y="38039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Minggu ke-4 September 2026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66160" y="42793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peserta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0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048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Drill Ranking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358488" y="105156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2E5CD6"/>
          </a:solidFill>
          <a:ln w="12700">
            <a:solidFill>
              <a:srgbClr val="2E5C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58488" y="1051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KC MAMUJU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1536192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98064" y="2011680"/>
            <a:ext cx="13716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2029968"/>
            <a:ext cx="7315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75688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2029968"/>
            <a:ext cx="1234440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IRWAN ALLO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852928" y="2212848"/>
            <a:ext cx="2503444" cy="365760"/>
          </a:xfrm>
          <a:prstGeom prst="rect">
            <a:avLst/>
          </a:prstGeom>
          <a:solidFill>
            <a:srgbClr val="1E4F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28816" y="2029968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095744" y="219456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095744" y="219456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54600" y="6115599"/>
            <a:ext cx="1691640" cy="256032"/>
          </a:xfrm>
          <a:prstGeom prst="roundRect">
            <a:avLst>
              <a:gd name="adj" fmla="val 42857"/>
            </a:avLst>
          </a:prstGeom>
          <a:solidFill>
            <a:srgbClr val="2E5CD6"/>
          </a:solidFill>
          <a:ln w="12700">
            <a:solidFill>
              <a:srgbClr val="2E5C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54600" y="6115599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PENILAIAN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883000" y="6389919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84168" y="6499647"/>
            <a:ext cx="91440" cy="9144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212184" y="6453927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4,80-5,00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212184" y="6600231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Istimewa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952848" y="6499647"/>
            <a:ext cx="91440" cy="9144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80864" y="6453927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4,60-4,79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080864" y="6600231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Baik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5821528" y="6499647"/>
            <a:ext cx="91440" cy="914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49544" y="6453927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4,00-4,59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5949544" y="6600231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Baik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6690208" y="6499647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18224" y="6453927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3,60-3,99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818224" y="6600231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7558888" y="6499647"/>
            <a:ext cx="91440" cy="91440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86904" y="6453927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&lt;3,59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7686904" y="6600231"/>
            <a:ext cx="713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2026-10-01T05:03:20Z</dcterms:created>
  <dcterms:modified xsi:type="dcterms:W3CDTF">2026-10-01T05:03:20Z</dcterms:modified>
</cp:coreProperties>
</file>