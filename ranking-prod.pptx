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970" cy="6858000"/>
  <p:notesSz cx="6858000" cy="1219197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0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5842"/>
            </a:avLst>
          </a:prstGeom>
          <a:solidFill>
            <a:srgbClr val="2E4F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Semua unit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Semua posisi</a:t>
            </a:r>
            <a:endParaRPr lang="en-US" sz="2400" dirty="0"/>
          </a:p>
        </p:txBody>
      </p:sp>
      <p:sp>
        <p:nvSpPr>
          <p:cNvPr id="9" name="Text 4"/>
          <p:cNvSpPr/>
          <p:nvPr/>
        </p:nvSpPr>
        <p:spPr>
          <a:xfrm>
            <a:off x="3269894" y="2176272"/>
            <a:ext cx="56921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Minggu ke-4 September 2026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3566160" y="26974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Jenis kantor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5669280" y="2697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jenis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356616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/ cabang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566928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unit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3566160" y="3611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Posisi dinilai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6928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posisi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566160" y="4069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Periode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5669280" y="4069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Minggu ke-4 September 2026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3566160" y="45262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Jumlah peserta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669280" y="4526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1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2832811" y="5922569"/>
            <a:ext cx="6273698" cy="905256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5100980" y="5748833"/>
            <a:ext cx="1737360" cy="274320"/>
          </a:xfrm>
          <a:prstGeom prst="roundRect">
            <a:avLst>
              <a:gd name="adj" fmla="val 33333"/>
            </a:avLst>
          </a:prstGeom>
          <a:solidFill>
            <a:srgbClr val="2E4FD6"/>
          </a:solidFill>
          <a:ln w="12700">
            <a:solidFill>
              <a:srgbClr val="2E4FD6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5100980" y="5748833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2924251" y="6196889"/>
            <a:ext cx="118872" cy="118872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307055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100" dirty="0"/>
          </a:p>
        </p:txBody>
      </p:sp>
      <p:sp>
        <p:nvSpPr>
          <p:cNvPr id="25" name="Text 20"/>
          <p:cNvSpPr/>
          <p:nvPr/>
        </p:nvSpPr>
        <p:spPr>
          <a:xfrm>
            <a:off x="307055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4178991" y="6196889"/>
            <a:ext cx="118872" cy="118872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32529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100" dirty="0"/>
          </a:p>
        </p:txBody>
      </p:sp>
      <p:sp>
        <p:nvSpPr>
          <p:cNvPr id="28" name="Text 23"/>
          <p:cNvSpPr/>
          <p:nvPr/>
        </p:nvSpPr>
        <p:spPr>
          <a:xfrm>
            <a:off x="432529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5433731" y="6196889"/>
            <a:ext cx="118872" cy="118872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58003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100" dirty="0"/>
          </a:p>
        </p:txBody>
      </p:sp>
      <p:sp>
        <p:nvSpPr>
          <p:cNvPr id="31" name="Text 26"/>
          <p:cNvSpPr/>
          <p:nvPr/>
        </p:nvSpPr>
        <p:spPr>
          <a:xfrm>
            <a:off x="558003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1100" dirty="0"/>
          </a:p>
        </p:txBody>
      </p:sp>
      <p:sp>
        <p:nvSpPr>
          <p:cNvPr id="32" name="Shape 27"/>
          <p:cNvSpPr/>
          <p:nvPr/>
        </p:nvSpPr>
        <p:spPr>
          <a:xfrm>
            <a:off x="6688470" y="6196889"/>
            <a:ext cx="118872" cy="118872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834774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100" dirty="0"/>
          </a:p>
        </p:txBody>
      </p:sp>
      <p:sp>
        <p:nvSpPr>
          <p:cNvPr id="34" name="Text 29"/>
          <p:cNvSpPr/>
          <p:nvPr/>
        </p:nvSpPr>
        <p:spPr>
          <a:xfrm>
            <a:off x="6834774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1100" dirty="0"/>
          </a:p>
        </p:txBody>
      </p:sp>
      <p:sp>
        <p:nvSpPr>
          <p:cNvPr id="35" name="Shape 30"/>
          <p:cNvSpPr/>
          <p:nvPr/>
        </p:nvSpPr>
        <p:spPr>
          <a:xfrm>
            <a:off x="7943210" y="6196889"/>
            <a:ext cx="118872" cy="118872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8089514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100" dirty="0"/>
          </a:p>
        </p:txBody>
      </p:sp>
      <p:sp>
        <p:nvSpPr>
          <p:cNvPr id="37" name="Text 32"/>
          <p:cNvSpPr/>
          <p:nvPr/>
        </p:nvSpPr>
        <p:spPr>
          <a:xfrm>
            <a:off x="8089514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0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5842"/>
            </a:avLst>
          </a:prstGeom>
          <a:solidFill>
            <a:srgbClr val="2E4F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244 KC MAMUJU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Teller</a:t>
            </a:r>
            <a:endParaRPr lang="en-US" sz="2400" dirty="0"/>
          </a:p>
        </p:txBody>
      </p:sp>
      <p:sp>
        <p:nvSpPr>
          <p:cNvPr id="9" name="Shape 4"/>
          <p:cNvSpPr/>
          <p:nvPr/>
        </p:nvSpPr>
        <p:spPr>
          <a:xfrm>
            <a:off x="3739896" y="2020824"/>
            <a:ext cx="9144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470355" y="1929384"/>
            <a:ext cx="1089050" cy="879653"/>
          </a:xfrm>
          <a:prstGeom prst="roundRect">
            <a:avLst>
              <a:gd name="adj" fmla="val 18711"/>
            </a:avLst>
          </a:prstGeom>
          <a:solidFill>
            <a:srgbClr val="2E4FD6"/>
          </a:solidFill>
          <a:ln w="15875">
            <a:solidFill>
              <a:srgbClr val="FFFFFF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6075" y="1975104"/>
            <a:ext cx="997610" cy="788213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3749040" y="1929384"/>
            <a:ext cx="2103120" cy="879653"/>
          </a:xfrm>
          <a:prstGeom prst="rect">
            <a:avLst/>
          </a:prstGeom>
          <a:noFill/>
          <a:ln/>
        </p:spPr>
        <p:txBody>
          <a:bodyPr wrap="non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IRWAN ALLO</a:t>
            </a:r>
            <a:endParaRPr lang="en-US" sz="2000" dirty="0"/>
          </a:p>
        </p:txBody>
      </p:sp>
      <p:sp>
        <p:nvSpPr>
          <p:cNvPr id="13" name="Shape 7"/>
          <p:cNvSpPr/>
          <p:nvPr/>
        </p:nvSpPr>
        <p:spPr>
          <a:xfrm>
            <a:off x="3739896" y="2186330"/>
            <a:ext cx="4626864" cy="365760"/>
          </a:xfrm>
          <a:prstGeom prst="rect">
            <a:avLst/>
          </a:prstGeom>
          <a:solidFill>
            <a:srgbClr val="1226A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8"/>
          <p:cNvSpPr/>
          <p:nvPr/>
        </p:nvSpPr>
        <p:spPr>
          <a:xfrm>
            <a:off x="3739896" y="2186330"/>
            <a:ext cx="4535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3,51</a:t>
            </a:r>
            <a:endParaRPr lang="en-US" sz="2000" dirty="0"/>
          </a:p>
        </p:txBody>
      </p:sp>
      <p:sp>
        <p:nvSpPr>
          <p:cNvPr id="15" name="Shape 9"/>
          <p:cNvSpPr/>
          <p:nvPr/>
        </p:nvSpPr>
        <p:spPr>
          <a:xfrm>
            <a:off x="8942832" y="2131466"/>
            <a:ext cx="1207008" cy="475488"/>
          </a:xfrm>
          <a:prstGeom prst="roundRect">
            <a:avLst>
              <a:gd name="adj" fmla="val 53846"/>
            </a:avLst>
          </a:prstGeom>
          <a:solidFill>
            <a:srgbClr val="E51B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0"/>
          <p:cNvSpPr/>
          <p:nvPr/>
        </p:nvSpPr>
        <p:spPr>
          <a:xfrm>
            <a:off x="8942832" y="2131466"/>
            <a:ext cx="1207008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2832811" y="5922569"/>
            <a:ext cx="6273698" cy="905256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5100980" y="5748833"/>
            <a:ext cx="1737360" cy="274320"/>
          </a:xfrm>
          <a:prstGeom prst="roundRect">
            <a:avLst>
              <a:gd name="adj" fmla="val 33333"/>
            </a:avLst>
          </a:prstGeom>
          <a:solidFill>
            <a:srgbClr val="2E4FD6"/>
          </a:solidFill>
          <a:ln w="12700">
            <a:solidFill>
              <a:srgbClr val="2E4FD6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5100980" y="5748833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2924251" y="6196889"/>
            <a:ext cx="118872" cy="118872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307055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100" dirty="0"/>
          </a:p>
        </p:txBody>
      </p:sp>
      <p:sp>
        <p:nvSpPr>
          <p:cNvPr id="22" name="Text 16"/>
          <p:cNvSpPr/>
          <p:nvPr/>
        </p:nvSpPr>
        <p:spPr>
          <a:xfrm>
            <a:off x="307055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178991" y="6196889"/>
            <a:ext cx="118872" cy="118872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432529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432529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5433731" y="6196889"/>
            <a:ext cx="118872" cy="118872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558003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100" dirty="0"/>
          </a:p>
        </p:txBody>
      </p:sp>
      <p:sp>
        <p:nvSpPr>
          <p:cNvPr id="28" name="Text 22"/>
          <p:cNvSpPr/>
          <p:nvPr/>
        </p:nvSpPr>
        <p:spPr>
          <a:xfrm>
            <a:off x="558003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6688470" y="6196889"/>
            <a:ext cx="118872" cy="118872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6834774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100" dirty="0"/>
          </a:p>
        </p:txBody>
      </p:sp>
      <p:sp>
        <p:nvSpPr>
          <p:cNvPr id="31" name="Text 25"/>
          <p:cNvSpPr/>
          <p:nvPr/>
        </p:nvSpPr>
        <p:spPr>
          <a:xfrm>
            <a:off x="6834774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1100" dirty="0"/>
          </a:p>
        </p:txBody>
      </p:sp>
      <p:sp>
        <p:nvSpPr>
          <p:cNvPr id="32" name="Shape 26"/>
          <p:cNvSpPr/>
          <p:nvPr/>
        </p:nvSpPr>
        <p:spPr>
          <a:xfrm>
            <a:off x="7943210" y="6196889"/>
            <a:ext cx="118872" cy="118872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8089514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100" dirty="0"/>
          </a:p>
        </p:txBody>
      </p:sp>
      <p:sp>
        <p:nvSpPr>
          <p:cNvPr id="34" name="Text 28"/>
          <p:cNvSpPr/>
          <p:nvPr/>
        </p:nvSpPr>
        <p:spPr>
          <a:xfrm>
            <a:off x="8089514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2026-10-01T05:59:45Z</dcterms:created>
  <dcterms:modified xsi:type="dcterms:W3CDTF">2026-10-01T05:59:45Z</dcterms:modified>
</cp:coreProperties>
</file>