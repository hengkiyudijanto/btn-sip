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5109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3887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2665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221443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230222"/>
            <a:ext cx="3977640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08199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516977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08246" y="2525756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708246" y="2534534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08246" y="2543312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881390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81390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2026-10-01T08:57:08Z</dcterms:created>
  <dcterms:modified xsi:type="dcterms:W3CDTF">2026-10-01T08:57:08Z</dcterms:modified>
</cp:coreProperties>
</file>