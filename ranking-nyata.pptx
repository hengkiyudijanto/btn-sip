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5" y="1929384"/>
            <a:ext cx="1089050" cy="87965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8400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10471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22541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34611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46681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491740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03810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15880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27950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0020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2026-10-01T12:03:11Z</dcterms:created>
  <dcterms:modified xsi:type="dcterms:W3CDTF">2026-10-01T12:03:11Z</dcterms:modified>
</cp:coreProperties>
</file>