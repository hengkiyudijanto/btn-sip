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1970" cy="6858000"/>
  <p:notesSz cx="6858000" cy="1219197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jpe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6A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28346"/>
            <a:ext cx="12191970" cy="698693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5" y="403250"/>
            <a:ext cx="1624889" cy="404165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7234" y="-74066"/>
            <a:ext cx="1369771" cy="1358798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3269894" y="314554"/>
            <a:ext cx="5692140" cy="76901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Service Drill Ranking</a:t>
            </a:r>
            <a:endParaRPr lang="en-US" sz="4400" dirty="0"/>
          </a:p>
        </p:txBody>
      </p:sp>
      <p:sp>
        <p:nvSpPr>
          <p:cNvPr id="6" name="Shape 1"/>
          <p:cNvSpPr/>
          <p:nvPr/>
        </p:nvSpPr>
        <p:spPr>
          <a:xfrm>
            <a:off x="4607662" y="1151230"/>
            <a:ext cx="2991002" cy="461772"/>
          </a:xfrm>
          <a:prstGeom prst="roundRect">
            <a:avLst>
              <a:gd name="adj" fmla="val 19802"/>
            </a:avLst>
          </a:prstGeom>
          <a:ln w="15875">
            <a:solidFill>
              <a:srgbClr val="FFFFFF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4607662" y="1151230"/>
            <a:ext cx="2991002" cy="4617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Semua unit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772254" y="1681582"/>
            <a:ext cx="2648102" cy="36941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Semua posisi</a:t>
            </a:r>
            <a:endParaRPr lang="en-US" sz="1800" dirty="0"/>
          </a:p>
        </p:txBody>
      </p:sp>
      <p:sp>
        <p:nvSpPr>
          <p:cNvPr id="9" name="Text 4"/>
          <p:cNvSpPr/>
          <p:nvPr/>
        </p:nvSpPr>
        <p:spPr>
          <a:xfrm>
            <a:off x="3269894" y="2176272"/>
            <a:ext cx="56921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Minggu ke-4 September 2026</a:t>
            </a:r>
            <a:endParaRPr lang="en-US" sz="1800" dirty="0"/>
          </a:p>
        </p:txBody>
      </p:sp>
      <p:sp>
        <p:nvSpPr>
          <p:cNvPr id="10" name="Text 5"/>
          <p:cNvSpPr/>
          <p:nvPr/>
        </p:nvSpPr>
        <p:spPr>
          <a:xfrm>
            <a:off x="3566160" y="26974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Jenis kantor</a:t>
            </a:r>
            <a:endParaRPr lang="en-US" sz="1400" dirty="0"/>
          </a:p>
        </p:txBody>
      </p:sp>
      <p:sp>
        <p:nvSpPr>
          <p:cNvPr id="11" name="Text 6"/>
          <p:cNvSpPr/>
          <p:nvPr/>
        </p:nvSpPr>
        <p:spPr>
          <a:xfrm>
            <a:off x="5669280" y="26974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jenis</a:t>
            </a:r>
            <a:endParaRPr lang="en-US" sz="1400" dirty="0"/>
          </a:p>
        </p:txBody>
      </p:sp>
      <p:sp>
        <p:nvSpPr>
          <p:cNvPr id="12" name="Text 7"/>
          <p:cNvSpPr/>
          <p:nvPr/>
        </p:nvSpPr>
        <p:spPr>
          <a:xfrm>
            <a:off x="3566160" y="31546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Unit / cabang</a:t>
            </a:r>
            <a:endParaRPr lang="en-US" sz="1400" dirty="0"/>
          </a:p>
        </p:txBody>
      </p:sp>
      <p:sp>
        <p:nvSpPr>
          <p:cNvPr id="13" name="Text 8"/>
          <p:cNvSpPr/>
          <p:nvPr/>
        </p:nvSpPr>
        <p:spPr>
          <a:xfrm>
            <a:off x="5669280" y="31546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unit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3566160" y="36118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Posisi dinilai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5669280" y="36118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posisi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3566160" y="40690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Periode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5669280" y="4069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Minggu ke-4 September 2026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3566160" y="45262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Jumlah peserta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5669280" y="45262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1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2832811" y="5922569"/>
            <a:ext cx="6273698" cy="905256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5100980" y="5748833"/>
            <a:ext cx="1737360" cy="274320"/>
          </a:xfrm>
          <a:prstGeom prst="roundRect">
            <a:avLst>
              <a:gd name="adj" fmla="val 33333"/>
            </a:avLst>
          </a:prstGeom>
          <a:solidFill>
            <a:srgbClr val="2E4FD6"/>
          </a:solidFill>
          <a:ln w="12700">
            <a:solidFill>
              <a:srgbClr val="2E4FD6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5100980" y="5748833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SKALA PENILAIAN</a:t>
            </a:r>
            <a:endParaRPr lang="en-US" sz="1000" dirty="0"/>
          </a:p>
        </p:txBody>
      </p:sp>
      <p:sp>
        <p:nvSpPr>
          <p:cNvPr id="23" name="Shape 18"/>
          <p:cNvSpPr/>
          <p:nvPr/>
        </p:nvSpPr>
        <p:spPr>
          <a:xfrm>
            <a:off x="2924251" y="6196889"/>
            <a:ext cx="118872" cy="118872"/>
          </a:xfrm>
          <a:prstGeom prst="ellipse">
            <a:avLst/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3070555" y="6105449"/>
            <a:ext cx="105357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4,80-5,00</a:t>
            </a:r>
            <a:endParaRPr lang="en-US" sz="1000" dirty="0"/>
          </a:p>
        </p:txBody>
      </p:sp>
      <p:sp>
        <p:nvSpPr>
          <p:cNvPr id="25" name="Text 20"/>
          <p:cNvSpPr/>
          <p:nvPr/>
        </p:nvSpPr>
        <p:spPr>
          <a:xfrm>
            <a:off x="3070555" y="6324905"/>
            <a:ext cx="10535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Istimewa</a:t>
            </a:r>
            <a:endParaRPr lang="en-US" sz="850" dirty="0"/>
          </a:p>
        </p:txBody>
      </p:sp>
      <p:sp>
        <p:nvSpPr>
          <p:cNvPr id="26" name="Shape 21"/>
          <p:cNvSpPr/>
          <p:nvPr/>
        </p:nvSpPr>
        <p:spPr>
          <a:xfrm>
            <a:off x="4178991" y="6196889"/>
            <a:ext cx="118872" cy="118872"/>
          </a:xfrm>
          <a:prstGeom prst="ellipse">
            <a:avLst/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4325295" y="6105449"/>
            <a:ext cx="105357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4,60-4,79</a:t>
            </a:r>
            <a:endParaRPr lang="en-US" sz="1000" dirty="0"/>
          </a:p>
        </p:txBody>
      </p:sp>
      <p:sp>
        <p:nvSpPr>
          <p:cNvPr id="28" name="Text 23"/>
          <p:cNvSpPr/>
          <p:nvPr/>
        </p:nvSpPr>
        <p:spPr>
          <a:xfrm>
            <a:off x="4325295" y="6324905"/>
            <a:ext cx="10535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Sangat Baik</a:t>
            </a:r>
            <a:endParaRPr lang="en-US" sz="850" dirty="0"/>
          </a:p>
        </p:txBody>
      </p:sp>
      <p:sp>
        <p:nvSpPr>
          <p:cNvPr id="29" name="Shape 24"/>
          <p:cNvSpPr/>
          <p:nvPr/>
        </p:nvSpPr>
        <p:spPr>
          <a:xfrm>
            <a:off x="5433731" y="6196889"/>
            <a:ext cx="118872" cy="118872"/>
          </a:xfrm>
          <a:prstGeom prst="ellipse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5580035" y="6105449"/>
            <a:ext cx="105357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4,00-4,59</a:t>
            </a:r>
            <a:endParaRPr lang="en-US" sz="1000" dirty="0"/>
          </a:p>
        </p:txBody>
      </p:sp>
      <p:sp>
        <p:nvSpPr>
          <p:cNvPr id="31" name="Text 26"/>
          <p:cNvSpPr/>
          <p:nvPr/>
        </p:nvSpPr>
        <p:spPr>
          <a:xfrm>
            <a:off x="5580035" y="6324905"/>
            <a:ext cx="10535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Baik</a:t>
            </a:r>
            <a:endParaRPr lang="en-US" sz="850" dirty="0"/>
          </a:p>
        </p:txBody>
      </p:sp>
      <p:sp>
        <p:nvSpPr>
          <p:cNvPr id="32" name="Shape 27"/>
          <p:cNvSpPr/>
          <p:nvPr/>
        </p:nvSpPr>
        <p:spPr>
          <a:xfrm>
            <a:off x="6688470" y="6196889"/>
            <a:ext cx="118872" cy="118872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33" name="Text 28"/>
          <p:cNvSpPr/>
          <p:nvPr/>
        </p:nvSpPr>
        <p:spPr>
          <a:xfrm>
            <a:off x="6834774" y="6105449"/>
            <a:ext cx="105357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3,60-3,99</a:t>
            </a:r>
            <a:endParaRPr lang="en-US" sz="1000" dirty="0"/>
          </a:p>
        </p:txBody>
      </p:sp>
      <p:sp>
        <p:nvSpPr>
          <p:cNvPr id="34" name="Text 29"/>
          <p:cNvSpPr/>
          <p:nvPr/>
        </p:nvSpPr>
        <p:spPr>
          <a:xfrm>
            <a:off x="6834774" y="6324905"/>
            <a:ext cx="10535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Cukup</a:t>
            </a:r>
            <a:endParaRPr lang="en-US" sz="850" dirty="0"/>
          </a:p>
        </p:txBody>
      </p:sp>
      <p:sp>
        <p:nvSpPr>
          <p:cNvPr id="35" name="Shape 30"/>
          <p:cNvSpPr/>
          <p:nvPr/>
        </p:nvSpPr>
        <p:spPr>
          <a:xfrm>
            <a:off x="7943210" y="6196889"/>
            <a:ext cx="118872" cy="118872"/>
          </a:xfrm>
          <a:prstGeom prst="ellipse">
            <a:avLst/>
          </a:prstGeom>
          <a:solidFill>
            <a:srgbClr val="E51B2B"/>
          </a:solidFill>
          <a:ln w="12700">
            <a:solidFill>
              <a:srgbClr val="E51B2B"/>
            </a:solidFill>
            <a:prstDash val="solid"/>
          </a:ln>
        </p:spPr>
      </p:sp>
      <p:sp>
        <p:nvSpPr>
          <p:cNvPr id="36" name="Text 31"/>
          <p:cNvSpPr/>
          <p:nvPr/>
        </p:nvSpPr>
        <p:spPr>
          <a:xfrm>
            <a:off x="8089514" y="6105449"/>
            <a:ext cx="105357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&lt;3,59</a:t>
            </a:r>
            <a:endParaRPr lang="en-US" sz="1000" dirty="0"/>
          </a:p>
        </p:txBody>
      </p:sp>
      <p:sp>
        <p:nvSpPr>
          <p:cNvPr id="37" name="Text 32"/>
          <p:cNvSpPr/>
          <p:nvPr/>
        </p:nvSpPr>
        <p:spPr>
          <a:xfrm>
            <a:off x="8089514" y="6324905"/>
            <a:ext cx="10535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26A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28346"/>
            <a:ext cx="12191970" cy="698693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5" y="403250"/>
            <a:ext cx="1624889" cy="404165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7234" y="-74066"/>
            <a:ext cx="1369771" cy="1358798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3269894" y="314554"/>
            <a:ext cx="5692140" cy="76901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Service Drill Ranking</a:t>
            </a:r>
            <a:endParaRPr lang="en-US" sz="4400" dirty="0"/>
          </a:p>
        </p:txBody>
      </p:sp>
      <p:sp>
        <p:nvSpPr>
          <p:cNvPr id="6" name="Shape 1"/>
          <p:cNvSpPr/>
          <p:nvPr/>
        </p:nvSpPr>
        <p:spPr>
          <a:xfrm>
            <a:off x="4607662" y="1151230"/>
            <a:ext cx="2991002" cy="461772"/>
          </a:xfrm>
          <a:prstGeom prst="roundRect">
            <a:avLst>
              <a:gd name="adj" fmla="val 19802"/>
            </a:avLst>
          </a:prstGeom>
          <a:ln w="15875">
            <a:solidFill>
              <a:srgbClr val="FFFFFF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4607662" y="1151230"/>
            <a:ext cx="2991002" cy="4617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244 KC MAMUJU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772254" y="1681582"/>
            <a:ext cx="2648102" cy="36941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Teller Service</a:t>
            </a:r>
            <a:endParaRPr lang="en-US" sz="1800" dirty="0"/>
          </a:p>
        </p:txBody>
      </p:sp>
      <p:sp>
        <p:nvSpPr>
          <p:cNvPr id="9" name="Shape 4"/>
          <p:cNvSpPr/>
          <p:nvPr/>
        </p:nvSpPr>
        <p:spPr>
          <a:xfrm>
            <a:off x="3739896" y="2020824"/>
            <a:ext cx="9144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1470355" y="1929384"/>
            <a:ext cx="1089050" cy="879653"/>
          </a:xfrm>
          <a:prstGeom prst="roundRect">
            <a:avLst>
              <a:gd name="adj" fmla="val 18711"/>
            </a:avLst>
          </a:prstGeom>
          <a:solidFill>
            <a:srgbClr val="2E4FD6"/>
          </a:solidFill>
          <a:ln w="15875">
            <a:solidFill>
              <a:srgbClr val="FFFFFF"/>
            </a:solidFill>
            <a:prstDash val="solid"/>
          </a:ln>
        </p:spPr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16075" y="1975104"/>
            <a:ext cx="997610" cy="788213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3749040" y="1929384"/>
            <a:ext cx="2103120" cy="879653"/>
          </a:xfrm>
          <a:prstGeom prst="rect">
            <a:avLst/>
          </a:prstGeom>
          <a:noFill/>
          <a:ln/>
        </p:spPr>
        <p:txBody>
          <a:bodyPr wrap="non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IRWAN ALLO</a:t>
            </a:r>
            <a:endParaRPr lang="en-US" sz="1600" dirty="0"/>
          </a:p>
        </p:txBody>
      </p:sp>
      <p:sp>
        <p:nvSpPr>
          <p:cNvPr id="13" name="Shape 7"/>
          <p:cNvSpPr/>
          <p:nvPr/>
        </p:nvSpPr>
        <p:spPr>
          <a:xfrm>
            <a:off x="3739896" y="2186330"/>
            <a:ext cx="4626864" cy="365760"/>
          </a:xfrm>
          <a:prstGeom prst="rect">
            <a:avLst/>
          </a:prstGeom>
          <a:solidFill>
            <a:srgbClr val="1226A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8"/>
          <p:cNvSpPr/>
          <p:nvPr/>
        </p:nvSpPr>
        <p:spPr>
          <a:xfrm>
            <a:off x="3739896" y="2186330"/>
            <a:ext cx="45354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3,51</a:t>
            </a:r>
            <a:endParaRPr lang="en-US" sz="2000" dirty="0"/>
          </a:p>
        </p:txBody>
      </p:sp>
      <p:sp>
        <p:nvSpPr>
          <p:cNvPr id="15" name="Shape 9"/>
          <p:cNvSpPr/>
          <p:nvPr/>
        </p:nvSpPr>
        <p:spPr>
          <a:xfrm>
            <a:off x="8942832" y="2131466"/>
            <a:ext cx="1207008" cy="475488"/>
          </a:xfrm>
          <a:prstGeom prst="roundRect">
            <a:avLst>
              <a:gd name="adj" fmla="val 53846"/>
            </a:avLst>
          </a:prstGeom>
          <a:solidFill>
            <a:srgbClr val="E51B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0"/>
          <p:cNvSpPr/>
          <p:nvPr/>
        </p:nvSpPr>
        <p:spPr>
          <a:xfrm>
            <a:off x="8942832" y="2131466"/>
            <a:ext cx="1207008" cy="475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1200" dirty="0"/>
          </a:p>
        </p:txBody>
      </p:sp>
      <p:sp>
        <p:nvSpPr>
          <p:cNvPr id="17" name="Shape 11"/>
          <p:cNvSpPr/>
          <p:nvPr/>
        </p:nvSpPr>
        <p:spPr>
          <a:xfrm>
            <a:off x="2832811" y="5922569"/>
            <a:ext cx="6273698" cy="905256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2"/>
          <p:cNvSpPr/>
          <p:nvPr/>
        </p:nvSpPr>
        <p:spPr>
          <a:xfrm>
            <a:off x="5100980" y="5748833"/>
            <a:ext cx="1737360" cy="274320"/>
          </a:xfrm>
          <a:prstGeom prst="roundRect">
            <a:avLst>
              <a:gd name="adj" fmla="val 33333"/>
            </a:avLst>
          </a:prstGeom>
          <a:solidFill>
            <a:srgbClr val="2E4FD6"/>
          </a:solidFill>
          <a:ln w="12700">
            <a:solidFill>
              <a:srgbClr val="2E4FD6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5100980" y="5748833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SKALA PENILAIAN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2924251" y="6196889"/>
            <a:ext cx="118872" cy="118872"/>
          </a:xfrm>
          <a:prstGeom prst="ellipse">
            <a:avLst/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3070555" y="6105449"/>
            <a:ext cx="105357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4,80-5,00</a:t>
            </a:r>
            <a:endParaRPr lang="en-US" sz="1000" dirty="0"/>
          </a:p>
        </p:txBody>
      </p:sp>
      <p:sp>
        <p:nvSpPr>
          <p:cNvPr id="22" name="Text 16"/>
          <p:cNvSpPr/>
          <p:nvPr/>
        </p:nvSpPr>
        <p:spPr>
          <a:xfrm>
            <a:off x="3070555" y="6324905"/>
            <a:ext cx="10535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Istimewa</a:t>
            </a:r>
            <a:endParaRPr lang="en-US" sz="850" dirty="0"/>
          </a:p>
        </p:txBody>
      </p:sp>
      <p:sp>
        <p:nvSpPr>
          <p:cNvPr id="23" name="Shape 17"/>
          <p:cNvSpPr/>
          <p:nvPr/>
        </p:nvSpPr>
        <p:spPr>
          <a:xfrm>
            <a:off x="4178991" y="6196889"/>
            <a:ext cx="118872" cy="118872"/>
          </a:xfrm>
          <a:prstGeom prst="ellipse">
            <a:avLst/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</p:sp>
      <p:sp>
        <p:nvSpPr>
          <p:cNvPr id="24" name="Text 18"/>
          <p:cNvSpPr/>
          <p:nvPr/>
        </p:nvSpPr>
        <p:spPr>
          <a:xfrm>
            <a:off x="4325295" y="6105449"/>
            <a:ext cx="105357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4,60-4,79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4325295" y="6324905"/>
            <a:ext cx="10535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Sangat Baik</a:t>
            </a:r>
            <a:endParaRPr lang="en-US" sz="850" dirty="0"/>
          </a:p>
        </p:txBody>
      </p:sp>
      <p:sp>
        <p:nvSpPr>
          <p:cNvPr id="26" name="Shape 20"/>
          <p:cNvSpPr/>
          <p:nvPr/>
        </p:nvSpPr>
        <p:spPr>
          <a:xfrm>
            <a:off x="5433731" y="6196889"/>
            <a:ext cx="118872" cy="118872"/>
          </a:xfrm>
          <a:prstGeom prst="ellipse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5580035" y="6105449"/>
            <a:ext cx="105357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4,00-4,59</a:t>
            </a:r>
            <a:endParaRPr lang="en-US" sz="1000" dirty="0"/>
          </a:p>
        </p:txBody>
      </p:sp>
      <p:sp>
        <p:nvSpPr>
          <p:cNvPr id="28" name="Text 22"/>
          <p:cNvSpPr/>
          <p:nvPr/>
        </p:nvSpPr>
        <p:spPr>
          <a:xfrm>
            <a:off x="5580035" y="6324905"/>
            <a:ext cx="10535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Baik</a:t>
            </a:r>
            <a:endParaRPr lang="en-US" sz="850" dirty="0"/>
          </a:p>
        </p:txBody>
      </p:sp>
      <p:sp>
        <p:nvSpPr>
          <p:cNvPr id="29" name="Shape 23"/>
          <p:cNvSpPr/>
          <p:nvPr/>
        </p:nvSpPr>
        <p:spPr>
          <a:xfrm>
            <a:off x="6688470" y="6196889"/>
            <a:ext cx="118872" cy="118872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30" name="Text 24"/>
          <p:cNvSpPr/>
          <p:nvPr/>
        </p:nvSpPr>
        <p:spPr>
          <a:xfrm>
            <a:off x="6834774" y="6105449"/>
            <a:ext cx="105357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3,60-3,99</a:t>
            </a:r>
            <a:endParaRPr lang="en-US" sz="1000" dirty="0"/>
          </a:p>
        </p:txBody>
      </p:sp>
      <p:sp>
        <p:nvSpPr>
          <p:cNvPr id="31" name="Text 25"/>
          <p:cNvSpPr/>
          <p:nvPr/>
        </p:nvSpPr>
        <p:spPr>
          <a:xfrm>
            <a:off x="6834774" y="6324905"/>
            <a:ext cx="10535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Cukup</a:t>
            </a:r>
            <a:endParaRPr lang="en-US" sz="850" dirty="0"/>
          </a:p>
        </p:txBody>
      </p:sp>
      <p:sp>
        <p:nvSpPr>
          <p:cNvPr id="32" name="Shape 26"/>
          <p:cNvSpPr/>
          <p:nvPr/>
        </p:nvSpPr>
        <p:spPr>
          <a:xfrm>
            <a:off x="7943210" y="6196889"/>
            <a:ext cx="118872" cy="118872"/>
          </a:xfrm>
          <a:prstGeom prst="ellipse">
            <a:avLst/>
          </a:prstGeom>
          <a:solidFill>
            <a:srgbClr val="E51B2B"/>
          </a:solidFill>
          <a:ln w="12700">
            <a:solidFill>
              <a:srgbClr val="E51B2B"/>
            </a:solidFill>
            <a:prstDash val="solid"/>
          </a:ln>
        </p:spPr>
      </p:sp>
      <p:sp>
        <p:nvSpPr>
          <p:cNvPr id="33" name="Text 27"/>
          <p:cNvSpPr/>
          <p:nvPr/>
        </p:nvSpPr>
        <p:spPr>
          <a:xfrm>
            <a:off x="8089514" y="6105449"/>
            <a:ext cx="105357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&lt;3,59</a:t>
            </a:r>
            <a:endParaRPr lang="en-US" sz="1000" dirty="0"/>
          </a:p>
        </p:txBody>
      </p:sp>
      <p:sp>
        <p:nvSpPr>
          <p:cNvPr id="34" name="Text 28"/>
          <p:cNvSpPr/>
          <p:nvPr/>
        </p:nvSpPr>
        <p:spPr>
          <a:xfrm>
            <a:off x="8089514" y="6324905"/>
            <a:ext cx="10535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2026-10-01T06:26:34Z</dcterms:created>
  <dcterms:modified xsi:type="dcterms:W3CDTF">2026-10-01T06:26:34Z</dcterms:modified>
</cp:coreProperties>
</file>