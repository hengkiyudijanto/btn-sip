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ave 2"/>
          <p:cNvSpPr/>
          <p:nvPr/>
        </p:nvSpPr>
        <p:spPr>
          <a:xfrm>
            <a:off x="-457200" y="5806440"/>
            <a:ext cx="13106095" cy="1234440"/>
          </a:xfrm>
          <a:prstGeom prst="wave">
            <a:avLst/>
          </a:prstGeom>
          <a:solidFill>
            <a:srgbClr val="D41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Danantara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02336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Indonesia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28600"/>
            <a:ext cx="1051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3400" b="1">
                <a:solidFill>
                  <a:srgbClr val="FFFFFF"/>
                </a:solidFill>
                <a:latin typeface="Arial"/>
              </a:rPr>
              <a:t>btn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731520"/>
            <a:ext cx="121916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Service Drill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508760"/>
            <a:ext cx="1219169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Minggu ke-4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37744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Arial"/>
              </a:rPr>
              <a:t>Jenis kantor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377440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: Semua jenis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852928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Arial"/>
              </a:rPr>
              <a:t>Unit / cabang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852928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: KC Jakarta Harmoni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328416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Arial"/>
              </a:rPr>
              <a:t>Posisi dinilai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328416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: Customer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803904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Arial"/>
              </a:rPr>
              <a:t>Periode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803904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: Minggu ke-4 September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27939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Arial"/>
              </a:rPr>
              <a:t>Jumlah peserta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279392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: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ave 2"/>
          <p:cNvSpPr/>
          <p:nvPr/>
        </p:nvSpPr>
        <p:spPr>
          <a:xfrm>
            <a:off x="-457200" y="5806440"/>
            <a:ext cx="13106095" cy="1234440"/>
          </a:xfrm>
          <a:prstGeom prst="wave">
            <a:avLst/>
          </a:prstGeom>
          <a:solidFill>
            <a:srgbClr val="D41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Danantara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02336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Indonesia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28600"/>
            <a:ext cx="1051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3400" b="1">
                <a:solidFill>
                  <a:srgbClr val="FFFFFF"/>
                </a:solidFill>
                <a:latin typeface="Arial"/>
              </a:rPr>
              <a:t>btn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56032"/>
            <a:ext cx="121916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Service Drill Ranking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487" y="1051560"/>
            <a:ext cx="3474720" cy="457200"/>
          </a:xfrm>
          <a:prstGeom prst="roundRect">
            <a:avLst>
              <a:gd name="adj" fmla="val 35000"/>
            </a:avLst>
          </a:prstGeom>
          <a:solidFill>
            <a:srgbClr val="2E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>
                <a:solidFill>
                  <a:srgbClr val="FFFFFF"/>
                </a:solidFill>
                <a:latin typeface="Arial"/>
              </a:rPr>
              <a:t>KC Jakarta Harmoni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536192"/>
            <a:ext cx="1219169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rial"/>
              </a:rPr>
              <a:t>Customer Service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34056" y="2011680"/>
            <a:ext cx="13716" cy="33649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2029968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075688"/>
            <a:ext cx="640080" cy="640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00200" y="2029968"/>
            <a:ext cx="1097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Benny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212848"/>
            <a:ext cx="3509101" cy="365760"/>
          </a:xfrm>
          <a:prstGeom prst="rect">
            <a:avLst/>
          </a:prstGeom>
          <a:solidFill>
            <a:srgbClr val="1E4FC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2029968"/>
            <a:ext cx="6583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4,92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31736" y="2194560"/>
            <a:ext cx="1298448" cy="402336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Istimewa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2898648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944368"/>
            <a:ext cx="640080" cy="640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00200" y="2898648"/>
            <a:ext cx="1097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Gilbert 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3081527"/>
            <a:ext cx="3287999" cy="365760"/>
          </a:xfrm>
          <a:prstGeom prst="rect">
            <a:avLst/>
          </a:prstGeom>
          <a:solidFill>
            <a:srgbClr val="1E4FC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2898648"/>
            <a:ext cx="6583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4,61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31736" y="3063239"/>
            <a:ext cx="1298448" cy="402336"/>
          </a:xfrm>
          <a:prstGeom prst="roundRect">
            <a:avLst>
              <a:gd name="adj" fmla="val 50000"/>
            </a:avLst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Sangat Baik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3767328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813048"/>
            <a:ext cx="640080" cy="6400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00200" y="3767328"/>
            <a:ext cx="1097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Michael 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950208"/>
            <a:ext cx="2646090" cy="365760"/>
          </a:xfrm>
          <a:prstGeom prst="rect">
            <a:avLst/>
          </a:prstGeom>
          <a:solidFill>
            <a:srgbClr val="1E4FC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7" y="3767328"/>
            <a:ext cx="6583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3,71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31736" y="3931920"/>
            <a:ext cx="1298448" cy="402336"/>
          </a:xfrm>
          <a:prstGeom prst="roundRect">
            <a:avLst>
              <a:gd name="adj" fmla="val 50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Baik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4636008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681728"/>
            <a:ext cx="640080" cy="6400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00200" y="4636008"/>
            <a:ext cx="1097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Deborah 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818888"/>
            <a:ext cx="2246680" cy="365760"/>
          </a:xfrm>
          <a:prstGeom prst="rect">
            <a:avLst/>
          </a:prstGeom>
          <a:solidFill>
            <a:srgbClr val="1E4FC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7" y="4636008"/>
            <a:ext cx="6583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Arial"/>
              </a:rPr>
              <a:t>3,15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31736" y="4800600"/>
            <a:ext cx="1298448" cy="402336"/>
          </a:xfrm>
          <a:prstGeom prst="roundRect">
            <a:avLst>
              <a:gd name="adj" fmla="val 50000"/>
            </a:avLst>
          </a:prstGeom>
          <a:solidFill>
            <a:srgbClr val="E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Kurang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01287" y="5925312"/>
            <a:ext cx="1691640" cy="256032"/>
          </a:xfrm>
          <a:prstGeom prst="roundRect">
            <a:avLst>
              <a:gd name="adj" fmla="val 30000"/>
            </a:avLst>
          </a:prstGeom>
          <a:solidFill>
            <a:srgbClr val="2E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SKALA PENILAIAN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01287" y="6199632"/>
            <a:ext cx="44348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02455" y="6309360"/>
            <a:ext cx="91440" cy="9144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39615" y="6272784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4,80-5,00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39615" y="6419088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Istimewa</a:t>
            </a:r>
          </a:p>
        </p:txBody>
      </p:sp>
      <p:sp>
        <p:nvSpPr>
          <p:cNvPr id="40" name="Oval 39"/>
          <p:cNvSpPr/>
          <p:nvPr/>
        </p:nvSpPr>
        <p:spPr>
          <a:xfrm>
            <a:off x="4971135" y="6309360"/>
            <a:ext cx="91440" cy="91440"/>
          </a:xfrm>
          <a:prstGeom prst="ellipse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08295" y="6272784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4,60-4,79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8295" y="6419088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Sangat Baik</a:t>
            </a:r>
          </a:p>
        </p:txBody>
      </p:sp>
      <p:sp>
        <p:nvSpPr>
          <p:cNvPr id="43" name="Oval 42"/>
          <p:cNvSpPr/>
          <p:nvPr/>
        </p:nvSpPr>
        <p:spPr>
          <a:xfrm>
            <a:off x="5839815" y="6309360"/>
            <a:ext cx="91440" cy="9144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76975" y="6272784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4,00-4,59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76975" y="6419088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Baik</a:t>
            </a:r>
          </a:p>
        </p:txBody>
      </p:sp>
      <p:sp>
        <p:nvSpPr>
          <p:cNvPr id="46" name="Oval 45"/>
          <p:cNvSpPr/>
          <p:nvPr/>
        </p:nvSpPr>
        <p:spPr>
          <a:xfrm>
            <a:off x="6708495" y="6309360"/>
            <a:ext cx="91440" cy="9144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45655" y="6272784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3,60-3,99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45655" y="6419088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Cukup</a:t>
            </a:r>
          </a:p>
        </p:txBody>
      </p:sp>
      <p:sp>
        <p:nvSpPr>
          <p:cNvPr id="49" name="Oval 48"/>
          <p:cNvSpPr/>
          <p:nvPr/>
        </p:nvSpPr>
        <p:spPr>
          <a:xfrm>
            <a:off x="7577175" y="6309360"/>
            <a:ext cx="91440" cy="91440"/>
          </a:xfrm>
          <a:prstGeom prst="ellipse">
            <a:avLst/>
          </a:prstGeom>
          <a:solidFill>
            <a:srgbClr val="E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14335" y="6272784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&lt;3,59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14335" y="6419088"/>
            <a:ext cx="685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Kurang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