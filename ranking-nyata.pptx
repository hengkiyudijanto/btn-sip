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200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584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Semua unit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Semua posisi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3269894" y="2176272"/>
            <a:ext cx="5692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Minggu ke-4 September 2026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356616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669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69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5661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692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566160" y="4069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Minggu ke-4 September 2026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566160" y="4526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669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1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240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22222"/>
            </a:avLst>
          </a:prstGeom>
          <a:solidFill>
            <a:srgbClr val="0F44BE"/>
          </a:solidFill>
          <a:ln w="12700">
            <a:solidFill>
              <a:srgbClr val="0F44BE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7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200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584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KC MAMUJU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Teller Service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4644238" y="2020824"/>
            <a:ext cx="914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470355" y="1929384"/>
            <a:ext cx="1089050" cy="879653"/>
          </a:xfrm>
          <a:prstGeom prst="roundRect">
            <a:avLst>
              <a:gd name="adj" fmla="val 18711"/>
            </a:avLst>
          </a:prstGeom>
          <a:ln w="15875">
            <a:solidFill>
              <a:srgbClr val="FFFF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6075" y="1975104"/>
            <a:ext cx="997610" cy="78821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2723998" y="1929384"/>
            <a:ext cx="1874520" cy="879653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IRWAN A.</a:t>
            </a:r>
            <a:endParaRPr lang="en-US" sz="1600" dirty="0"/>
          </a:p>
        </p:txBody>
      </p:sp>
      <p:sp>
        <p:nvSpPr>
          <p:cNvPr id="13" name="Shape 7"/>
          <p:cNvSpPr/>
          <p:nvPr/>
        </p:nvSpPr>
        <p:spPr>
          <a:xfrm>
            <a:off x="4708246" y="2186330"/>
            <a:ext cx="2792303" cy="8778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4708246" y="2195109"/>
            <a:ext cx="2792303" cy="8778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708246" y="2203887"/>
            <a:ext cx="2792303" cy="8778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4708246" y="2212665"/>
            <a:ext cx="2792303" cy="8778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4708246" y="2221443"/>
            <a:ext cx="2792303" cy="8778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4708246" y="2230222"/>
            <a:ext cx="2792303" cy="277978"/>
          </a:xfrm>
          <a:prstGeom prst="rect">
            <a:avLst/>
          </a:prstGeom>
          <a:solidFill>
            <a:srgbClr val="0322B8"/>
          </a:solidFill>
          <a:ln w="12700">
            <a:solidFill>
              <a:srgbClr val="0322B8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4708246" y="2508199"/>
            <a:ext cx="2792303" cy="8778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4708246" y="2516977"/>
            <a:ext cx="2792303" cy="8778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708246" y="2525756"/>
            <a:ext cx="2792303" cy="8778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708246" y="2534534"/>
            <a:ext cx="2792303" cy="8778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4708246" y="2543312"/>
            <a:ext cx="2792303" cy="8778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708246" y="2186330"/>
            <a:ext cx="2792303" cy="365760"/>
          </a:xfrm>
          <a:prstGeom prst="rect">
            <a:avLst/>
          </a:prstGeom>
          <a:ln w="6350">
            <a:solidFill>
              <a:srgbClr val="D1D1D1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4708246" y="2186330"/>
            <a:ext cx="271915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3,51</a:t>
            </a:r>
            <a:endParaRPr lang="en-US" sz="1800" dirty="0"/>
          </a:p>
        </p:txBody>
      </p:sp>
      <p:sp>
        <p:nvSpPr>
          <p:cNvPr id="26" name="Shape 20"/>
          <p:cNvSpPr/>
          <p:nvPr/>
        </p:nvSpPr>
        <p:spPr>
          <a:xfrm>
            <a:off x="7628565" y="218633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E51B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7628565" y="218633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240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22222"/>
            </a:avLst>
          </a:prstGeom>
          <a:solidFill>
            <a:srgbClr val="0F44BE"/>
          </a:solidFill>
          <a:ln w="12700">
            <a:solidFill>
              <a:srgbClr val="0F44BE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34" name="Shape 28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36" name="Text 30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37" name="Shape 31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8" name="Text 32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9" name="Text 33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40" name="Shape 34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42" name="Text 36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43" name="Shape 37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44" name="Text 38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45" name="Text 39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2026-10-01T10:58:15Z</dcterms:created>
  <dcterms:modified xsi:type="dcterms:W3CDTF">2026-10-01T10:58:15Z</dcterms:modified>
</cp:coreProperties>
</file>