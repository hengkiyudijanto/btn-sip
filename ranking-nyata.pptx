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404665" y="1261872"/>
            <a:ext cx="3382366" cy="651967"/>
          </a:xfrm>
          <a:prstGeom prst="roundRect">
            <a:avLst>
              <a:gd name="adj" fmla="val 15989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404665" y="1298448"/>
            <a:ext cx="3382366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587856"/>
            <a:ext cx="2648102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404665" y="1261872"/>
            <a:ext cx="3382366" cy="651967"/>
          </a:xfrm>
          <a:prstGeom prst="roundRect">
            <a:avLst>
              <a:gd name="adj" fmla="val 15989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404665" y="1298448"/>
            <a:ext cx="3382366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587856"/>
            <a:ext cx="2648102" cy="289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2026-10-01T10:36:05Z</dcterms:created>
  <dcterms:modified xsi:type="dcterms:W3CDTF">2026-10-01T10:36:05Z</dcterms:modified>
</cp:coreProperties>
</file>