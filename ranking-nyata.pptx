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2AABEE"/>
          </a:solidFill>
          <a:ln w="12700">
            <a:solidFill>
              <a:srgbClr val="2AABE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761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46065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2AABEE"/>
          </a:solidFill>
          <a:ln w="12700">
            <a:solidFill>
              <a:srgbClr val="2AABEE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828489" y="60761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2026-10-01T08:02:48Z</dcterms:created>
  <dcterms:modified xsi:type="dcterms:W3CDTF">2026-10-01T08:02:48Z</dcterms:modified>
</cp:coreProperties>
</file>